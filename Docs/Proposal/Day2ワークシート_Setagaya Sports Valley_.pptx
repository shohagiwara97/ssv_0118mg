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4"/>
    <p:sldMasterId id="2147483707" r:id="rId5"/>
  </p:sldMasterIdLst>
  <p:notesMasterIdLst>
    <p:notesMasterId r:id="rId16"/>
  </p:notesMasterIdLst>
  <p:sldIdLst>
    <p:sldId id="264" r:id="rId6"/>
    <p:sldId id="2076138100" r:id="rId7"/>
    <p:sldId id="2147483466" r:id="rId8"/>
    <p:sldId id="257" r:id="rId9"/>
    <p:sldId id="2147483425" r:id="rId10"/>
    <p:sldId id="2076138099" r:id="rId11"/>
    <p:sldId id="2147483465" r:id="rId12"/>
    <p:sldId id="333" r:id="rId13"/>
    <p:sldId id="318" r:id="rId14"/>
    <p:sldId id="2076138116" r:id="rId15"/>
  </p:sldIdLst>
  <p:sldSz cx="12192000" cy="6858000"/>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5C87802-6133-AB4B-D1D3-27FD0B1A557C}" name="Tsukaya, Koji (SGC)" initials="T(" userId="S::koji.tsukaya@sony.com::8b1dc809-b22f-411e-8377-f94fbb80de44" providerId="AD"/>
  <p188:author id="{E6B3FA34-E5C1-F5BA-FEB3-94D319C7893B}" name="Kuninori, Masato (SGC)" initials="KM(" userId="S::Masato.Kuninori@sony.com::2981d51e-675a-4543-ae18-bf882e9e790d" providerId="AD"/>
  <p188:author id="{915CE249-1577-E0F4-7927-E22313F17ABD}" name="Tsukaya, Koji (SGC)" initials="TK(" userId="S::Koji.Tsukaya@sony.com::8b1dc809-b22f-411e-8377-f94fbb80de44" providerId="AD"/>
  <p188:author id="{D43EB856-1F56-FDBD-8767-7EA9210FFE85}" name="Shiga, Tatsuya (SGC)" initials="S(" userId="S::tatsuya.shiga@sony.com::8d9214d5-0db9-4ff6-ac66-7b34f5483b72" providerId="AD"/>
  <p188:author id="{75E5D989-3A59-7ACF-12B5-62375AE5B0F5}" name="Shiokawa, Yuta (SGC)" initials="SY(" userId="S::Yuta.Shiokawa@sony.com::dff20c30-104d-4ac1-8ffe-6175a0fdb1e6" providerId="AD"/>
  <p188:author id="{3C5B0BEE-617B-EE63-B7DD-091382F6B208}" name="Kuninori, Masato (SGC)" initials="K(" userId="S::masato.kuninori@sony.com::2981d51e-675a-4543-ae18-bf882e9e790d"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Fukuyama, Mariko" initials="FM"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E19"/>
    <a:srgbClr val="A6D86E"/>
    <a:srgbClr val="336600"/>
    <a:srgbClr val="247539"/>
    <a:srgbClr val="63AB08"/>
    <a:srgbClr val="99FF99"/>
    <a:srgbClr val="70C306"/>
    <a:srgbClr val="003366"/>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2833802-FEF1-4C79-8D5D-14CF1EAF98D9}" styleName="淡色スタイル 2 - アクセント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8FB837D-C827-4EFA-A057-4D05807E0F7C}" styleName="テーマ スタイル 1 - アクセント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DA37D80-6434-44D0-A028-1B22A696006F}" styleName="淡色スタイル 3 - アクセント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353" autoAdjust="0"/>
  </p:normalViewPr>
  <p:slideViewPr>
    <p:cSldViewPr snapToGrid="0">
      <p:cViewPr varScale="1">
        <p:scale>
          <a:sx n="96" d="100"/>
          <a:sy n="96" d="100"/>
        </p:scale>
        <p:origin x="86" y="317"/>
      </p:cViewPr>
      <p:guideLst>
        <p:guide orient="horz" pos="2160"/>
        <p:guide pos="3840"/>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0"/>
            <a:ext cx="2949787" cy="496967"/>
          </a:xfrm>
          <a:prstGeom prst="rect">
            <a:avLst/>
          </a:prstGeom>
        </p:spPr>
        <p:txBody>
          <a:bodyPr vert="horz" lIns="92236" tIns="46118" rIns="92236" bIns="46118"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838" y="0"/>
            <a:ext cx="2949787" cy="496967"/>
          </a:xfrm>
          <a:prstGeom prst="rect">
            <a:avLst/>
          </a:prstGeom>
        </p:spPr>
        <p:txBody>
          <a:bodyPr vert="horz" lIns="92236" tIns="46118" rIns="92236" bIns="46118" rtlCol="0"/>
          <a:lstStyle>
            <a:lvl1pPr algn="r">
              <a:defRPr sz="1200"/>
            </a:lvl1pPr>
          </a:lstStyle>
          <a:p>
            <a:fld id="{80A907DB-D95B-4778-9E37-3E2F9369CC92}" type="datetimeFigureOut">
              <a:rPr kumimoji="1" lang="ja-JP" altLang="en-US" smtClean="0"/>
              <a:t>2025/12/11</a:t>
            </a:fld>
            <a:endParaRPr kumimoji="1" lang="ja-JP" altLang="en-US"/>
          </a:p>
        </p:txBody>
      </p:sp>
      <p:sp>
        <p:nvSpPr>
          <p:cNvPr id="4" name="スライド イメージ プレースホルダー 3"/>
          <p:cNvSpPr>
            <a:spLocks noGrp="1" noRot="1" noChangeAspect="1"/>
          </p:cNvSpPr>
          <p:nvPr>
            <p:ph type="sldImg" idx="2"/>
          </p:nvPr>
        </p:nvSpPr>
        <p:spPr>
          <a:xfrm>
            <a:off x="88900" y="744538"/>
            <a:ext cx="6629400" cy="3729037"/>
          </a:xfrm>
          <a:prstGeom prst="rect">
            <a:avLst/>
          </a:prstGeom>
          <a:noFill/>
          <a:ln w="12700">
            <a:solidFill>
              <a:prstClr val="black"/>
            </a:solidFill>
          </a:ln>
        </p:spPr>
        <p:txBody>
          <a:bodyPr vert="horz" lIns="92236" tIns="46118" rIns="92236" bIns="46118" rtlCol="0" anchor="ctr"/>
          <a:lstStyle/>
          <a:p>
            <a:endParaRPr lang="ja-JP" altLang="en-US"/>
          </a:p>
        </p:txBody>
      </p:sp>
      <p:sp>
        <p:nvSpPr>
          <p:cNvPr id="5" name="ノート プレースホルダー 4"/>
          <p:cNvSpPr>
            <a:spLocks noGrp="1"/>
          </p:cNvSpPr>
          <p:nvPr>
            <p:ph type="body" sz="quarter" idx="3"/>
          </p:nvPr>
        </p:nvSpPr>
        <p:spPr>
          <a:xfrm>
            <a:off x="680721" y="4721187"/>
            <a:ext cx="5445760" cy="4472702"/>
          </a:xfrm>
          <a:prstGeom prst="rect">
            <a:avLst/>
          </a:prstGeom>
        </p:spPr>
        <p:txBody>
          <a:bodyPr vert="horz" lIns="92236" tIns="46118" rIns="92236" bIns="46118"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0646"/>
            <a:ext cx="2949787" cy="496967"/>
          </a:xfrm>
          <a:prstGeom prst="rect">
            <a:avLst/>
          </a:prstGeom>
        </p:spPr>
        <p:txBody>
          <a:bodyPr vert="horz" lIns="92236" tIns="46118" rIns="92236" bIns="46118"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838" y="9440646"/>
            <a:ext cx="2949787" cy="496967"/>
          </a:xfrm>
          <a:prstGeom prst="rect">
            <a:avLst/>
          </a:prstGeom>
        </p:spPr>
        <p:txBody>
          <a:bodyPr vert="horz" lIns="92236" tIns="46118" rIns="92236" bIns="46118" rtlCol="0" anchor="b"/>
          <a:lstStyle>
            <a:lvl1pPr algn="r">
              <a:defRPr sz="1200"/>
            </a:lvl1pPr>
          </a:lstStyle>
          <a:p>
            <a:fld id="{DF52176E-F969-4721-BF16-402B415D78DE}" type="slidenum">
              <a:rPr kumimoji="1" lang="ja-JP" altLang="en-US" smtClean="0"/>
              <a:t>‹#›</a:t>
            </a:fld>
            <a:endParaRPr kumimoji="1" lang="ja-JP" altLang="en-US"/>
          </a:p>
        </p:txBody>
      </p:sp>
    </p:spTree>
    <p:extLst>
      <p:ext uri="{BB962C8B-B14F-4D97-AF65-F5344CB8AC3E}">
        <p14:creationId xmlns:p14="http://schemas.microsoft.com/office/powerpoint/2010/main" val="362728824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88900" y="744538"/>
            <a:ext cx="6629400" cy="3729037"/>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DF52176E-F969-4721-BF16-402B415D78DE}" type="slidenum">
              <a:rPr kumimoji="1" lang="ja-JP" altLang="en-US" smtClean="0"/>
              <a:t>1</a:t>
            </a:fld>
            <a:endParaRPr kumimoji="1" lang="ja-JP" altLang="en-US"/>
          </a:p>
        </p:txBody>
      </p:sp>
    </p:spTree>
    <p:extLst>
      <p:ext uri="{BB962C8B-B14F-4D97-AF65-F5344CB8AC3E}">
        <p14:creationId xmlns:p14="http://schemas.microsoft.com/office/powerpoint/2010/main" val="13477560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14A250D3-312D-EFB0-69B1-CB836628B26D}"/>
            </a:ext>
          </a:extLst>
        </p:cNvPr>
        <p:cNvGrpSpPr/>
        <p:nvPr/>
      </p:nvGrpSpPr>
      <p:grpSpPr>
        <a:xfrm>
          <a:off x="0" y="0"/>
          <a:ext cx="0" cy="0"/>
          <a:chOff x="0" y="0"/>
          <a:chExt cx="0" cy="0"/>
        </a:xfrm>
      </p:grpSpPr>
      <p:sp>
        <p:nvSpPr>
          <p:cNvPr id="57" name="Google Shape;57;p2:notes">
            <a:extLst>
              <a:ext uri="{FF2B5EF4-FFF2-40B4-BE49-F238E27FC236}">
                <a16:creationId xmlns:a16="http://schemas.microsoft.com/office/drawing/2014/main" id="{509158EE-E1D3-7592-F52C-48DACB101173}"/>
              </a:ext>
            </a:extLst>
          </p:cNvPr>
          <p:cNvSpPr txBox="1">
            <a:spLocks noGrp="1"/>
          </p:cNvSpPr>
          <p:nvPr>
            <p:ph type="body" idx="1"/>
          </p:nvPr>
        </p:nvSpPr>
        <p:spPr>
          <a:xfrm>
            <a:off x="680721" y="4721187"/>
            <a:ext cx="5445760" cy="4472702"/>
          </a:xfrm>
          <a:prstGeom prst="rect">
            <a:avLst/>
          </a:prstGeom>
        </p:spPr>
        <p:txBody>
          <a:bodyPr spcFirstLastPara="1" wrap="square" lIns="92225" tIns="46100" rIns="92225" bIns="46100" anchor="t" anchorCtr="0">
            <a:noAutofit/>
          </a:bodyPr>
          <a:lstStyle/>
          <a:p>
            <a:pPr marL="0" lvl="0" indent="0" algn="l" rtl="0">
              <a:spcBef>
                <a:spcPts val="0"/>
              </a:spcBef>
              <a:spcAft>
                <a:spcPts val="0"/>
              </a:spcAft>
              <a:buNone/>
            </a:pPr>
            <a:endParaRPr/>
          </a:p>
        </p:txBody>
      </p:sp>
      <p:sp>
        <p:nvSpPr>
          <p:cNvPr id="58" name="Google Shape;58;p2:notes">
            <a:extLst>
              <a:ext uri="{FF2B5EF4-FFF2-40B4-BE49-F238E27FC236}">
                <a16:creationId xmlns:a16="http://schemas.microsoft.com/office/drawing/2014/main" id="{B92E92B2-4507-C174-A16B-44CC648D82AE}"/>
              </a:ext>
            </a:extLst>
          </p:cNvPr>
          <p:cNvSpPr>
            <a:spLocks noGrp="1" noRot="1" noChangeAspect="1"/>
          </p:cNvSpPr>
          <p:nvPr>
            <p:ph type="sldImg" idx="2"/>
          </p:nvPr>
        </p:nvSpPr>
        <p:spPr>
          <a:xfrm>
            <a:off x="88900" y="744538"/>
            <a:ext cx="6629400" cy="3729037"/>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extLst>
      <p:ext uri="{BB962C8B-B14F-4D97-AF65-F5344CB8AC3E}">
        <p14:creationId xmlns:p14="http://schemas.microsoft.com/office/powerpoint/2010/main" val="34174193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2:notes"/>
          <p:cNvSpPr txBox="1">
            <a:spLocks noGrp="1"/>
          </p:cNvSpPr>
          <p:nvPr>
            <p:ph type="body" idx="1"/>
          </p:nvPr>
        </p:nvSpPr>
        <p:spPr>
          <a:xfrm>
            <a:off x="680721" y="4721187"/>
            <a:ext cx="5445760" cy="4472702"/>
          </a:xfrm>
          <a:prstGeom prst="rect">
            <a:avLst/>
          </a:prstGeom>
        </p:spPr>
        <p:txBody>
          <a:bodyPr spcFirstLastPara="1" wrap="square" lIns="92225" tIns="46100" rIns="92225" bIns="46100" anchor="t" anchorCtr="0">
            <a:noAutofit/>
          </a:bodyPr>
          <a:lstStyle/>
          <a:p>
            <a:pPr marL="0" lvl="0" indent="0" algn="l" rtl="0">
              <a:spcBef>
                <a:spcPts val="0"/>
              </a:spcBef>
              <a:spcAft>
                <a:spcPts val="0"/>
              </a:spcAft>
              <a:buNone/>
            </a:pPr>
            <a:endParaRPr/>
          </a:p>
        </p:txBody>
      </p:sp>
      <p:sp>
        <p:nvSpPr>
          <p:cNvPr id="58" name="Google Shape;58;p2:notes"/>
          <p:cNvSpPr>
            <a:spLocks noGrp="1" noRot="1" noChangeAspect="1"/>
          </p:cNvSpPr>
          <p:nvPr>
            <p:ph type="sldImg" idx="2"/>
          </p:nvPr>
        </p:nvSpPr>
        <p:spPr>
          <a:xfrm>
            <a:off x="88900" y="744538"/>
            <a:ext cx="6629400" cy="3729037"/>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extLst>
      <p:ext uri="{BB962C8B-B14F-4D97-AF65-F5344CB8AC3E}">
        <p14:creationId xmlns:p14="http://schemas.microsoft.com/office/powerpoint/2010/main" val="34717028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D85AA13A-8AB0-B733-065B-9EE5DD9CD242}"/>
            </a:ext>
          </a:extLst>
        </p:cNvPr>
        <p:cNvGrpSpPr/>
        <p:nvPr/>
      </p:nvGrpSpPr>
      <p:grpSpPr>
        <a:xfrm>
          <a:off x="0" y="0"/>
          <a:ext cx="0" cy="0"/>
          <a:chOff x="0" y="0"/>
          <a:chExt cx="0" cy="0"/>
        </a:xfrm>
      </p:grpSpPr>
      <p:sp>
        <p:nvSpPr>
          <p:cNvPr id="57" name="Google Shape;57;p2:notes">
            <a:extLst>
              <a:ext uri="{FF2B5EF4-FFF2-40B4-BE49-F238E27FC236}">
                <a16:creationId xmlns:a16="http://schemas.microsoft.com/office/drawing/2014/main" id="{DA8C07C4-8491-772A-D72D-CE7CCEFA127D}"/>
              </a:ext>
            </a:extLst>
          </p:cNvPr>
          <p:cNvSpPr txBox="1">
            <a:spLocks noGrp="1"/>
          </p:cNvSpPr>
          <p:nvPr>
            <p:ph type="body" idx="1"/>
          </p:nvPr>
        </p:nvSpPr>
        <p:spPr>
          <a:xfrm>
            <a:off x="680721" y="4721187"/>
            <a:ext cx="5445760" cy="4472702"/>
          </a:xfrm>
          <a:prstGeom prst="rect">
            <a:avLst/>
          </a:prstGeom>
        </p:spPr>
        <p:txBody>
          <a:bodyPr spcFirstLastPara="1" wrap="square" lIns="92225" tIns="46100" rIns="92225" bIns="46100" anchor="t" anchorCtr="0">
            <a:noAutofit/>
          </a:bodyPr>
          <a:lstStyle/>
          <a:p>
            <a:pPr marL="0" lvl="0" indent="0" algn="l" rtl="0">
              <a:spcBef>
                <a:spcPts val="0"/>
              </a:spcBef>
              <a:spcAft>
                <a:spcPts val="0"/>
              </a:spcAft>
              <a:buNone/>
            </a:pPr>
            <a:endParaRPr/>
          </a:p>
        </p:txBody>
      </p:sp>
      <p:sp>
        <p:nvSpPr>
          <p:cNvPr id="58" name="Google Shape;58;p2:notes">
            <a:extLst>
              <a:ext uri="{FF2B5EF4-FFF2-40B4-BE49-F238E27FC236}">
                <a16:creationId xmlns:a16="http://schemas.microsoft.com/office/drawing/2014/main" id="{9706FBE8-0AB5-B312-BC64-C878ED9ED103}"/>
              </a:ext>
            </a:extLst>
          </p:cNvPr>
          <p:cNvSpPr>
            <a:spLocks noGrp="1" noRot="1" noChangeAspect="1"/>
          </p:cNvSpPr>
          <p:nvPr>
            <p:ph type="sldImg" idx="2"/>
          </p:nvPr>
        </p:nvSpPr>
        <p:spPr>
          <a:xfrm>
            <a:off x="88900" y="744538"/>
            <a:ext cx="6629400" cy="3729037"/>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extLst>
      <p:ext uri="{BB962C8B-B14F-4D97-AF65-F5344CB8AC3E}">
        <p14:creationId xmlns:p14="http://schemas.microsoft.com/office/powerpoint/2010/main" val="31363255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ユーザー設定レイアウト">
    <p:spTree>
      <p:nvGrpSpPr>
        <p:cNvPr id="1" name=""/>
        <p:cNvGrpSpPr/>
        <p:nvPr/>
      </p:nvGrpSpPr>
      <p:grpSpPr>
        <a:xfrm>
          <a:off x="0" y="0"/>
          <a:ext cx="0" cy="0"/>
          <a:chOff x="0" y="0"/>
          <a:chExt cx="0" cy="0"/>
        </a:xfrm>
      </p:grpSpPr>
      <p:sp>
        <p:nvSpPr>
          <p:cNvPr id="3" name="正方形/長方形 2"/>
          <p:cNvSpPr/>
          <p:nvPr userDrawn="1"/>
        </p:nvSpPr>
        <p:spPr>
          <a:xfrm>
            <a:off x="0" y="0"/>
            <a:ext cx="12192000" cy="6957392"/>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ja-JP" altLang="en-US" sz="1800"/>
          </a:p>
        </p:txBody>
      </p:sp>
      <p:sp>
        <p:nvSpPr>
          <p:cNvPr id="21" name="タイトル 1"/>
          <p:cNvSpPr>
            <a:spLocks noGrp="1"/>
          </p:cNvSpPr>
          <p:nvPr>
            <p:ph type="title"/>
          </p:nvPr>
        </p:nvSpPr>
        <p:spPr>
          <a:xfrm>
            <a:off x="979186" y="2924264"/>
            <a:ext cx="10273131" cy="1517181"/>
          </a:xfrm>
          <a:prstGeom prst="rect">
            <a:avLst/>
          </a:prstGeom>
        </p:spPr>
        <p:txBody>
          <a:bodyPr/>
          <a:lstStyle>
            <a:lvl1pPr algn="l">
              <a:defRPr sz="3200" b="1" i="0">
                <a:latin typeface="SST Japanese Pro Regular"/>
                <a:ea typeface="SST Japanese Pro Regular"/>
                <a:cs typeface="SST Japanese Pro Regular"/>
              </a:defRPr>
            </a:lvl1pPr>
          </a:lstStyle>
          <a:p>
            <a:r>
              <a:rPr kumimoji="1" lang="ja-JP" altLang="en-US"/>
              <a:t>マスター タイトルの書式設定</a:t>
            </a:r>
          </a:p>
        </p:txBody>
      </p:sp>
      <p:sp>
        <p:nvSpPr>
          <p:cNvPr id="22" name="テキスト プレースホルダー 6"/>
          <p:cNvSpPr>
            <a:spLocks noGrp="1"/>
          </p:cNvSpPr>
          <p:nvPr>
            <p:ph type="body" sz="quarter" idx="12"/>
          </p:nvPr>
        </p:nvSpPr>
        <p:spPr>
          <a:xfrm>
            <a:off x="999996" y="5006734"/>
            <a:ext cx="6049433" cy="1008063"/>
          </a:xfrm>
          <a:prstGeom prst="rect">
            <a:avLst/>
          </a:prstGeom>
        </p:spPr>
        <p:txBody>
          <a:bodyPr lIns="91428" tIns="45714" rIns="91428" bIns="45714" anchor="ctr"/>
          <a:lstStyle>
            <a:lvl1pPr marL="0" indent="0" algn="l">
              <a:buNone/>
              <a:defRPr sz="1600" b="0" i="0">
                <a:latin typeface="SST Japanese Pro Regular"/>
                <a:ea typeface="SST Japanese Pro Regular"/>
                <a:cs typeface="SST Japanese Pro Regular"/>
              </a:defRPr>
            </a:lvl1pPr>
          </a:lstStyle>
          <a:p>
            <a:pPr lvl="0"/>
            <a:r>
              <a:rPr kumimoji="1" lang="ja-JP" altLang="en-US"/>
              <a:t>マスター テキストの書式設定</a:t>
            </a:r>
          </a:p>
        </p:txBody>
      </p:sp>
      <p:sp>
        <p:nvSpPr>
          <p:cNvPr id="7" name="テキスト ボックス 6">
            <a:extLst>
              <a:ext uri="{FF2B5EF4-FFF2-40B4-BE49-F238E27FC236}">
                <a16:creationId xmlns:a16="http://schemas.microsoft.com/office/drawing/2014/main" id="{C5EB4F55-6201-47F4-8291-B33D1F7862FC}"/>
              </a:ext>
            </a:extLst>
          </p:cNvPr>
          <p:cNvSpPr txBox="1"/>
          <p:nvPr userDrawn="1"/>
        </p:nvSpPr>
        <p:spPr>
          <a:xfrm>
            <a:off x="3542" y="6741948"/>
            <a:ext cx="2163242" cy="215444"/>
          </a:xfrm>
          <a:prstGeom prst="rect">
            <a:avLst/>
          </a:prstGeom>
          <a:noFill/>
        </p:spPr>
        <p:txBody>
          <a:bodyPr wrap="square" rtlCol="0">
            <a:spAutoFit/>
          </a:bodyPr>
          <a:lstStyle/>
          <a:p>
            <a:r>
              <a:rPr kumimoji="1" lang="ja-JP" altLang="en-US" sz="800">
                <a:latin typeface="SST Japanese Pro Regular" pitchFamily="34" charset="-128"/>
                <a:ea typeface="SST Japanese Pro Regular" pitchFamily="34" charset="-128"/>
              </a:rPr>
              <a:t>無断複写・複製・転載はご遠慮ください</a:t>
            </a:r>
          </a:p>
        </p:txBody>
      </p:sp>
      <p:sp>
        <p:nvSpPr>
          <p:cNvPr id="8" name="テキスト ボックス 7">
            <a:extLst>
              <a:ext uri="{FF2B5EF4-FFF2-40B4-BE49-F238E27FC236}">
                <a16:creationId xmlns:a16="http://schemas.microsoft.com/office/drawing/2014/main" id="{430BB057-D22D-4FB4-8CA0-8F3D86FCAA49}"/>
              </a:ext>
            </a:extLst>
          </p:cNvPr>
          <p:cNvSpPr txBox="1"/>
          <p:nvPr userDrawn="1"/>
        </p:nvSpPr>
        <p:spPr>
          <a:xfrm>
            <a:off x="4354039" y="6741948"/>
            <a:ext cx="3483923"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kern="1200">
                <a:solidFill>
                  <a:schemeClr val="tx1"/>
                </a:solidFill>
                <a:latin typeface="Meiryo UI" panose="020B0604030504040204" pitchFamily="50" charset="-128"/>
                <a:ea typeface="SST Japanese Pro Regular" pitchFamily="34" charset="-128"/>
                <a:cs typeface="+mn-cs"/>
              </a:rPr>
              <a:t>© 2024 Sony Startup Acceleration Program.</a:t>
            </a:r>
            <a:r>
              <a:rPr kumimoji="1" lang="en-US" altLang="ja-JP" sz="800" kern="1200">
                <a:solidFill>
                  <a:schemeClr val="tx1"/>
                </a:solidFill>
                <a:latin typeface="SST Japanese Pro Regular" pitchFamily="34" charset="-128"/>
                <a:ea typeface="SST Japanese Pro Regular" pitchFamily="34" charset="-128"/>
                <a:cs typeface="+mn-cs"/>
              </a:rPr>
              <a:t> </a:t>
            </a:r>
            <a:r>
              <a:rPr kumimoji="1" lang="en-US" altLang="ja-JP" sz="800" kern="1200">
                <a:solidFill>
                  <a:schemeClr val="tx1"/>
                </a:solidFill>
                <a:latin typeface="Meiryo UI" panose="020B0604030504040204" pitchFamily="50" charset="-128"/>
                <a:ea typeface="SST Japanese Pro Regular" pitchFamily="34" charset="-128"/>
                <a:cs typeface="+mn-cs"/>
              </a:rPr>
              <a:t>All rights reserved</a:t>
            </a:r>
            <a:endParaRPr kumimoji="1" lang="ja-JP" altLang="en-US" sz="800" kern="1200">
              <a:solidFill>
                <a:schemeClr val="tx1"/>
              </a:solidFill>
              <a:latin typeface="SST Japanese Pro Regular" pitchFamily="34" charset="-128"/>
              <a:ea typeface="SST Japanese Pro Regular" pitchFamily="34" charset="-128"/>
              <a:cs typeface="+mn-cs"/>
            </a:endParaRPr>
          </a:p>
        </p:txBody>
      </p:sp>
      <p:pic>
        <p:nvPicPr>
          <p:cNvPr id="2" name="図 1">
            <a:extLst>
              <a:ext uri="{FF2B5EF4-FFF2-40B4-BE49-F238E27FC236}">
                <a16:creationId xmlns:a16="http://schemas.microsoft.com/office/drawing/2014/main" id="{9C02EADF-A113-D039-B6A4-3BDCB70A6318}"/>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979186" y="803570"/>
            <a:ext cx="1656184" cy="1656184"/>
          </a:xfrm>
          <a:prstGeom prst="rect">
            <a:avLst/>
          </a:prstGeom>
        </p:spPr>
      </p:pic>
    </p:spTree>
    <p:extLst>
      <p:ext uri="{BB962C8B-B14F-4D97-AF65-F5344CB8AC3E}">
        <p14:creationId xmlns:p14="http://schemas.microsoft.com/office/powerpoint/2010/main" val="151356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31375" y="358784"/>
            <a:ext cx="10177131" cy="447675"/>
          </a:xfrm>
          <a:prstGeom prst="rect">
            <a:avLst/>
          </a:prstGeom>
        </p:spPr>
        <p:txBody>
          <a:bodyPr/>
          <a:lstStyle>
            <a:lvl1pPr>
              <a:defRPr sz="2400"/>
            </a:lvl1pPr>
          </a:lstStyle>
          <a:p>
            <a:r>
              <a:rPr lang="ja-JP" altLang="en-US"/>
              <a:t>マスタ タイトルの書式設定</a:t>
            </a:r>
          </a:p>
        </p:txBody>
      </p:sp>
      <p:sp>
        <p:nvSpPr>
          <p:cNvPr id="3" name="コンテンツ プレースホルダ 2"/>
          <p:cNvSpPr>
            <a:spLocks noGrp="1"/>
          </p:cNvSpPr>
          <p:nvPr>
            <p:ph idx="1"/>
          </p:nvPr>
        </p:nvSpPr>
        <p:spPr>
          <a:xfrm>
            <a:off x="609600" y="2060848"/>
            <a:ext cx="10972800" cy="4065316"/>
          </a:xfrm>
          <a:prstGeom prst="rect">
            <a:avLst/>
          </a:prstGeom>
        </p:spPr>
        <p:txBody>
          <a:bodyPr/>
          <a:lstStyle>
            <a:lvl1pPr>
              <a:defRPr sz="2000">
                <a:latin typeface="SST Japanese Pro Regular" pitchFamily="34" charset="-128"/>
                <a:ea typeface="SST Japanese Pro Regular" pitchFamily="34" charset="-128"/>
              </a:defRPr>
            </a:lvl1pPr>
            <a:lvl2pPr>
              <a:defRPr sz="1800">
                <a:latin typeface="SST Japanese Pro Regular" pitchFamily="34" charset="-128"/>
                <a:ea typeface="SST Japanese Pro Regular" pitchFamily="34" charset="-128"/>
              </a:defRPr>
            </a:lvl2pPr>
            <a:lvl3pPr>
              <a:defRPr sz="1600">
                <a:latin typeface="SST Japanese Pro Regular" pitchFamily="34" charset="-128"/>
                <a:ea typeface="SST Japanese Pro Regular" pitchFamily="34" charset="-128"/>
              </a:defRPr>
            </a:lvl3pPr>
            <a:lvl4pPr>
              <a:defRPr sz="1400">
                <a:latin typeface="SST Japanese Pro Regular" pitchFamily="34" charset="-128"/>
                <a:ea typeface="SST Japanese Pro Regular" pitchFamily="34" charset="-128"/>
              </a:defRPr>
            </a:lvl4pPr>
            <a:lvl5pPr>
              <a:defRPr sz="1200">
                <a:latin typeface="SST Japanese Pro Regular" pitchFamily="34" charset="-128"/>
                <a:ea typeface="SST Japanese Pro Regular" pitchFamily="34" charset="-128"/>
              </a:defRPr>
            </a:lvl5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2">
            <a:extLst>
              <a:ext uri="{FF2B5EF4-FFF2-40B4-BE49-F238E27FC236}">
                <a16:creationId xmlns:a16="http://schemas.microsoft.com/office/drawing/2014/main" id="{84F4BF57-31B3-43FF-BAF1-C5D849141773}"/>
              </a:ext>
            </a:extLst>
          </p:cNvPr>
          <p:cNvSpPr>
            <a:spLocks noGrp="1"/>
          </p:cNvSpPr>
          <p:nvPr>
            <p:ph idx="10" hasCustomPrompt="1"/>
          </p:nvPr>
        </p:nvSpPr>
        <p:spPr>
          <a:xfrm>
            <a:off x="609600" y="1052737"/>
            <a:ext cx="10972800" cy="792088"/>
          </a:xfrm>
          <a:prstGeom prst="rect">
            <a:avLst/>
          </a:prstGeom>
        </p:spPr>
        <p:txBody>
          <a:bodyPr/>
          <a:lstStyle>
            <a:lvl1pPr marL="0" indent="0">
              <a:buNone/>
              <a:defRPr sz="2000" b="1">
                <a:solidFill>
                  <a:srgbClr val="336600"/>
                </a:solidFill>
                <a:latin typeface="SST Japanese Pro  Bold"/>
                <a:ea typeface="SST Japanese Pro Regular" pitchFamily="34" charset="-128"/>
              </a:defRPr>
            </a:lvl1pPr>
            <a:lvl2pPr>
              <a:defRPr sz="1800">
                <a:latin typeface="SST Japanese Pro Regular" pitchFamily="34" charset="-128"/>
                <a:ea typeface="SST Japanese Pro Regular" pitchFamily="34" charset="-128"/>
              </a:defRPr>
            </a:lvl2pPr>
            <a:lvl3pPr>
              <a:defRPr sz="1600">
                <a:latin typeface="SST Japanese Pro Regular" pitchFamily="34" charset="-128"/>
                <a:ea typeface="SST Japanese Pro Regular" pitchFamily="34" charset="-128"/>
              </a:defRPr>
            </a:lvl3pPr>
            <a:lvl4pPr>
              <a:defRPr sz="1400">
                <a:latin typeface="SST Japanese Pro Regular" pitchFamily="34" charset="-128"/>
                <a:ea typeface="SST Japanese Pro Regular" pitchFamily="34" charset="-128"/>
              </a:defRPr>
            </a:lvl4pPr>
            <a:lvl5pPr>
              <a:defRPr sz="1200">
                <a:latin typeface="SST Japanese Pro Regular" pitchFamily="34" charset="-128"/>
                <a:ea typeface="SST Japanese Pro Regular" pitchFamily="34" charset="-128"/>
              </a:defRPr>
            </a:lvl5pPr>
          </a:lstStyle>
          <a:p>
            <a:pPr lvl="0"/>
            <a:r>
              <a:rPr lang="ja-JP" altLang="en-US"/>
              <a:t>マスタ テキストの書式設定</a:t>
            </a:r>
          </a:p>
        </p:txBody>
      </p:sp>
    </p:spTree>
    <p:extLst>
      <p:ext uri="{BB962C8B-B14F-4D97-AF65-F5344CB8AC3E}">
        <p14:creationId xmlns:p14="http://schemas.microsoft.com/office/powerpoint/2010/main" val="39104516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新チャプター">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01E394-F04A-4978-911D-85B732E98635}"/>
              </a:ext>
            </a:extLst>
          </p:cNvPr>
          <p:cNvSpPr>
            <a:spLocks noGrp="1"/>
          </p:cNvSpPr>
          <p:nvPr>
            <p:ph type="title"/>
          </p:nvPr>
        </p:nvSpPr>
        <p:spPr>
          <a:xfrm>
            <a:off x="730557" y="3789040"/>
            <a:ext cx="10273131" cy="936105"/>
          </a:xfrm>
          <a:prstGeom prst="rect">
            <a:avLst/>
          </a:prstGeom>
        </p:spPr>
        <p:txBody>
          <a:bodyPr/>
          <a:lstStyle>
            <a:lvl1pPr algn="l">
              <a:defRPr sz="2800" b="1" i="0">
                <a:latin typeface="SST Japanese Pro Regular"/>
                <a:ea typeface="SST Japanese Pro Regular"/>
                <a:cs typeface="SST Japanese Pro Regular"/>
              </a:defRPr>
            </a:lvl1pPr>
          </a:lstStyle>
          <a:p>
            <a:r>
              <a:rPr kumimoji="1" lang="ja-JP" altLang="en-US"/>
              <a:t>マスター タイトルの書式設定</a:t>
            </a:r>
          </a:p>
        </p:txBody>
      </p:sp>
    </p:spTree>
    <p:extLst>
      <p:ext uri="{BB962C8B-B14F-4D97-AF65-F5344CB8AC3E}">
        <p14:creationId xmlns:p14="http://schemas.microsoft.com/office/powerpoint/2010/main" val="31556003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3_1段組み_サブ有り">
    <p:spTree>
      <p:nvGrpSpPr>
        <p:cNvPr id="1" name=""/>
        <p:cNvGrpSpPr/>
        <p:nvPr/>
      </p:nvGrpSpPr>
      <p:grpSpPr>
        <a:xfrm>
          <a:off x="0" y="0"/>
          <a:ext cx="0" cy="0"/>
          <a:chOff x="0" y="0"/>
          <a:chExt cx="0" cy="0"/>
        </a:xfrm>
      </p:grpSpPr>
      <p:sp>
        <p:nvSpPr>
          <p:cNvPr id="6" name="テキスト プレースホルダー 6">
            <a:extLst>
              <a:ext uri="{FF2B5EF4-FFF2-40B4-BE49-F238E27FC236}">
                <a16:creationId xmlns:a16="http://schemas.microsoft.com/office/drawing/2014/main" id="{86FE134D-7BF1-D74D-983F-57EBEE0D1606}"/>
              </a:ext>
            </a:extLst>
          </p:cNvPr>
          <p:cNvSpPr>
            <a:spLocks noGrp="1"/>
          </p:cNvSpPr>
          <p:nvPr>
            <p:ph type="body" sz="quarter" idx="10" hasCustomPrompt="1"/>
          </p:nvPr>
        </p:nvSpPr>
        <p:spPr>
          <a:xfrm>
            <a:off x="323995" y="261382"/>
            <a:ext cx="11510085" cy="287271"/>
          </a:xfrm>
          <a:prstGeom prst="rect">
            <a:avLst/>
          </a:prstGeom>
        </p:spPr>
        <p:txBody>
          <a:bodyPr lIns="0" tIns="0" rIns="0" bIns="0" anchor="t"/>
          <a:lstStyle>
            <a:lvl1pPr marL="0" indent="0">
              <a:buNone/>
              <a:defRPr sz="2398" b="1" i="0">
                <a:solidFill>
                  <a:srgbClr val="10253F"/>
                </a:solidFill>
                <a:latin typeface="SSTJpPro Bold" panose="020B0504030504020204" pitchFamily="34" charset="-128"/>
                <a:ea typeface="SSTJpPro Bold" panose="020B0504030504020204" pitchFamily="34" charset="-128"/>
              </a:defRPr>
            </a:lvl1pPr>
          </a:lstStyle>
          <a:p>
            <a:r>
              <a:rPr kumimoji="1" lang="ja-JP" altLang="en-US" dirty="0"/>
              <a:t>タイトル</a:t>
            </a:r>
          </a:p>
        </p:txBody>
      </p:sp>
      <p:sp>
        <p:nvSpPr>
          <p:cNvPr id="35" name="テキスト ボックス 34">
            <a:extLst>
              <a:ext uri="{FF2B5EF4-FFF2-40B4-BE49-F238E27FC236}">
                <a16:creationId xmlns:a16="http://schemas.microsoft.com/office/drawing/2014/main" id="{657066D3-07C4-F924-F705-A0EB05A47782}"/>
              </a:ext>
            </a:extLst>
          </p:cNvPr>
          <p:cNvSpPr txBox="1"/>
          <p:nvPr userDrawn="1"/>
        </p:nvSpPr>
        <p:spPr>
          <a:xfrm>
            <a:off x="3822247" y="6160088"/>
            <a:ext cx="8029762" cy="246221"/>
          </a:xfrm>
          <a:prstGeom prst="rect">
            <a:avLst/>
          </a:prstGeom>
          <a:noFill/>
        </p:spPr>
        <p:txBody>
          <a:bodyPr wrap="none" rtlCol="0">
            <a:spAutoFit/>
          </a:bodyPr>
          <a:lstStyle/>
          <a:p>
            <a:r>
              <a:rPr kumimoji="1" lang="en-US" altLang="ja-JP" sz="1000" dirty="0">
                <a:latin typeface="SST Japanese Pro Regular" pitchFamily="34" charset="-128"/>
                <a:ea typeface="SST Japanese Pro Regular" pitchFamily="34" charset="-128"/>
              </a:rPr>
              <a:t>This work is a derivative of “Business Model Canvas (Strategyzer.com)” by </a:t>
            </a:r>
            <a:r>
              <a:rPr kumimoji="1" lang="en-US" altLang="ja-JP" sz="1000" dirty="0" err="1">
                <a:latin typeface="SST Japanese Pro Regular" pitchFamily="34" charset="-128"/>
                <a:ea typeface="SST Japanese Pro Regular" pitchFamily="34" charset="-128"/>
              </a:rPr>
              <a:t>Strategyzer</a:t>
            </a:r>
            <a:r>
              <a:rPr kumimoji="1" lang="en-US" altLang="ja-JP" sz="1000" dirty="0">
                <a:latin typeface="SST Japanese Pro Regular" pitchFamily="34" charset="-128"/>
                <a:ea typeface="SST Japanese Pro Regular" pitchFamily="34" charset="-128"/>
              </a:rPr>
              <a:t> AG used and distributed under CC BY-SA 3.0.</a:t>
            </a:r>
            <a:endParaRPr kumimoji="1" lang="ja-JP" altLang="en-US" sz="1000" dirty="0">
              <a:latin typeface="SST Japanese Pro Regular" pitchFamily="34" charset="-128"/>
              <a:ea typeface="SST Japanese Pro Regular" pitchFamily="34" charset="-128"/>
            </a:endParaRPr>
          </a:p>
        </p:txBody>
      </p:sp>
      <p:sp>
        <p:nvSpPr>
          <p:cNvPr id="41" name="正方形/長方形 40">
            <a:extLst>
              <a:ext uri="{FF2B5EF4-FFF2-40B4-BE49-F238E27FC236}">
                <a16:creationId xmlns:a16="http://schemas.microsoft.com/office/drawing/2014/main" id="{ADF9B6EF-1354-DAC7-5212-381A39FD8C45}"/>
              </a:ext>
            </a:extLst>
          </p:cNvPr>
          <p:cNvSpPr/>
          <p:nvPr userDrawn="1"/>
        </p:nvSpPr>
        <p:spPr>
          <a:xfrm>
            <a:off x="570001" y="818687"/>
            <a:ext cx="4664690" cy="4764013"/>
          </a:xfrm>
          <a:prstGeom prst="rect">
            <a:avLst/>
          </a:pr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kumimoji="1" lang="en-US" altLang="ja-JP" sz="1400" b="1" dirty="0">
                <a:solidFill>
                  <a:schemeClr val="tx1"/>
                </a:solidFill>
                <a:ea typeface="SST Japanese Pro Regular" panose="020B0504030504020204"/>
              </a:rPr>
              <a:t>Value Proposition : </a:t>
            </a:r>
            <a:r>
              <a:rPr kumimoji="1" lang="ja-JP" altLang="en-US" sz="1400" b="1" dirty="0">
                <a:solidFill>
                  <a:schemeClr val="tx1"/>
                </a:solidFill>
                <a:ea typeface="SST Japanese Pro Regular" panose="020B0504030504020204"/>
              </a:rPr>
              <a:t>価値のまとめ</a:t>
            </a:r>
            <a:endParaRPr kumimoji="1" lang="en-US" altLang="ja-JP" sz="1400" b="1" dirty="0">
              <a:solidFill>
                <a:schemeClr val="tx1"/>
              </a:solidFill>
              <a:ea typeface="SST Japanese Pro Regular" panose="020B0504030504020204"/>
            </a:endParaRPr>
          </a:p>
          <a:p>
            <a:pPr algn="l"/>
            <a:endParaRPr lang="en-US" altLang="ja-JP" sz="800" b="1" dirty="0">
              <a:solidFill>
                <a:schemeClr val="tx1"/>
              </a:solidFill>
              <a:ea typeface="SST Japanese Pro Regular" panose="020B0504030504020204"/>
            </a:endParaRPr>
          </a:p>
          <a:p>
            <a:pPr algn="l"/>
            <a:r>
              <a:rPr kumimoji="1" lang="ja-JP" altLang="en-US" sz="1100" b="1" u="sng" dirty="0">
                <a:solidFill>
                  <a:schemeClr val="tx1"/>
                </a:solidFill>
                <a:ea typeface="SST Japanese Pro Regular" panose="020B0504030504020204"/>
              </a:rPr>
              <a:t>商品案の可視化</a:t>
            </a:r>
            <a:endParaRPr kumimoji="1" lang="en-US" altLang="ja-JP" sz="1100" b="1" u="sng" dirty="0">
              <a:solidFill>
                <a:schemeClr val="tx1"/>
              </a:solidFill>
              <a:ea typeface="SST Japanese Pro Regular" panose="020B0504030504020204"/>
            </a:endParaRPr>
          </a:p>
          <a:p>
            <a:pPr algn="l"/>
            <a:endParaRPr lang="en-US" altLang="ja-JP" sz="800" dirty="0">
              <a:solidFill>
                <a:schemeClr val="tx1"/>
              </a:solidFill>
              <a:ea typeface="SST Japanese Pro Regular" panose="020B0504030504020204"/>
            </a:endParaRPr>
          </a:p>
          <a:p>
            <a:pPr algn="l"/>
            <a:r>
              <a:rPr kumimoji="1" lang="en-US" altLang="ja-JP" sz="1100" b="1" dirty="0">
                <a:solidFill>
                  <a:schemeClr val="tx1"/>
                </a:solidFill>
                <a:ea typeface="SST Japanese Pro Regular" panose="020B0504030504020204"/>
              </a:rPr>
              <a:t>【</a:t>
            </a:r>
            <a:r>
              <a:rPr lang="ja-JP" altLang="en-US" sz="1100" b="1" dirty="0">
                <a:solidFill>
                  <a:schemeClr val="tx1"/>
                </a:solidFill>
                <a:ea typeface="SST Japanese Pro Regular" panose="020B0504030504020204"/>
              </a:rPr>
              <a:t>提供価値</a:t>
            </a:r>
            <a:r>
              <a:rPr kumimoji="1" lang="en-US" altLang="ja-JP" sz="1100" b="1" dirty="0">
                <a:solidFill>
                  <a:schemeClr val="tx1"/>
                </a:solidFill>
                <a:ea typeface="SST Japanese Pro Regular" panose="020B0504030504020204"/>
              </a:rPr>
              <a:t>】</a:t>
            </a:r>
          </a:p>
          <a:p>
            <a:pPr algn="l"/>
            <a:endParaRPr lang="en-US" altLang="ja-JP" sz="1100" dirty="0">
              <a:solidFill>
                <a:schemeClr val="tx1"/>
              </a:solidFill>
              <a:ea typeface="SST Japanese Pro Regular" panose="020B0504030504020204"/>
            </a:endParaRPr>
          </a:p>
          <a:p>
            <a:pPr algn="l"/>
            <a:endParaRPr kumimoji="1" lang="en-US" altLang="ja-JP" sz="1100" dirty="0">
              <a:solidFill>
                <a:schemeClr val="tx1"/>
              </a:solidFill>
              <a:ea typeface="SST Japanese Pro Regular" panose="020B0504030504020204"/>
            </a:endParaRPr>
          </a:p>
          <a:p>
            <a:pPr algn="l"/>
            <a:endParaRPr kumimoji="1" lang="en-US" altLang="ja-JP" sz="1100" dirty="0">
              <a:solidFill>
                <a:schemeClr val="tx1"/>
              </a:solidFill>
              <a:ea typeface="SST Japanese Pro Regular" panose="020B0504030504020204"/>
            </a:endParaRPr>
          </a:p>
          <a:p>
            <a:pPr algn="l"/>
            <a:endParaRPr lang="en-US" altLang="ja-JP" sz="1100" dirty="0">
              <a:solidFill>
                <a:schemeClr val="tx1"/>
              </a:solidFill>
              <a:ea typeface="SST Japanese Pro Regular" panose="020B0504030504020204"/>
            </a:endParaRPr>
          </a:p>
          <a:p>
            <a:pPr algn="l"/>
            <a:r>
              <a:rPr kumimoji="1" lang="en-US" altLang="ja-JP" sz="1100" b="1" dirty="0">
                <a:solidFill>
                  <a:schemeClr val="tx1"/>
                </a:solidFill>
                <a:ea typeface="SST Japanese Pro Regular" panose="020B0504030504020204"/>
              </a:rPr>
              <a:t>【</a:t>
            </a:r>
            <a:r>
              <a:rPr kumimoji="1" lang="ja-JP" altLang="en-US" sz="1100" b="1" dirty="0">
                <a:solidFill>
                  <a:schemeClr val="tx1"/>
                </a:solidFill>
                <a:ea typeface="SST Japanese Pro Regular" panose="020B0504030504020204"/>
              </a:rPr>
              <a:t>詳しく説明</a:t>
            </a:r>
            <a:r>
              <a:rPr kumimoji="1" lang="en-US" altLang="ja-JP" sz="1100" b="1" dirty="0">
                <a:solidFill>
                  <a:schemeClr val="tx1"/>
                </a:solidFill>
                <a:ea typeface="SST Japanese Pro Regular" panose="020B0504030504020204"/>
              </a:rPr>
              <a:t>】</a:t>
            </a:r>
          </a:p>
          <a:p>
            <a:pPr algn="l"/>
            <a:endParaRPr lang="en-US" altLang="ja-JP" sz="1100" dirty="0">
              <a:solidFill>
                <a:schemeClr val="tx1"/>
              </a:solidFill>
              <a:ea typeface="SST Japanese Pro Regular" panose="020B0504030504020204"/>
            </a:endParaRPr>
          </a:p>
          <a:p>
            <a:pPr algn="l"/>
            <a:endParaRPr lang="en-US" altLang="ja-JP" sz="1100" dirty="0">
              <a:solidFill>
                <a:schemeClr val="tx1"/>
              </a:solidFill>
              <a:ea typeface="SST Japanese Pro Regular" panose="020B0504030504020204"/>
            </a:endParaRPr>
          </a:p>
          <a:p>
            <a:pPr algn="l"/>
            <a:endParaRPr lang="en-US" altLang="ja-JP" sz="1100" dirty="0">
              <a:solidFill>
                <a:schemeClr val="tx1"/>
              </a:solidFill>
              <a:ea typeface="SST Japanese Pro Regular" panose="020B0504030504020204"/>
            </a:endParaRPr>
          </a:p>
          <a:p>
            <a:pPr algn="l"/>
            <a:endParaRPr lang="en-US" altLang="ja-JP" sz="1100" dirty="0">
              <a:solidFill>
                <a:schemeClr val="tx1"/>
              </a:solidFill>
              <a:ea typeface="SST Japanese Pro Regular" panose="020B0504030504020204"/>
            </a:endParaRPr>
          </a:p>
          <a:p>
            <a:pPr algn="l"/>
            <a:endParaRPr lang="en-US" altLang="ja-JP" sz="1100" dirty="0">
              <a:solidFill>
                <a:schemeClr val="tx1"/>
              </a:solidFill>
              <a:ea typeface="SST Japanese Pro Regular" panose="020B0504030504020204"/>
            </a:endParaRPr>
          </a:p>
          <a:p>
            <a:pPr algn="l"/>
            <a:endParaRPr lang="en-US" altLang="ja-JP" sz="1100" dirty="0">
              <a:solidFill>
                <a:schemeClr val="tx1"/>
              </a:solidFill>
              <a:ea typeface="SST Japanese Pro Regular" panose="020B0504030504020204"/>
            </a:endParaRPr>
          </a:p>
          <a:p>
            <a:pPr algn="l"/>
            <a:endParaRPr lang="en-US" altLang="ja-JP" sz="1100" dirty="0">
              <a:solidFill>
                <a:schemeClr val="tx1"/>
              </a:solidFill>
              <a:ea typeface="SST Japanese Pro Regular" panose="020B0504030504020204"/>
            </a:endParaRPr>
          </a:p>
          <a:p>
            <a:pPr algn="l"/>
            <a:endParaRPr lang="en-US" altLang="ja-JP" sz="1100" dirty="0">
              <a:solidFill>
                <a:schemeClr val="tx1"/>
              </a:solidFill>
              <a:ea typeface="SST Japanese Pro Regular" panose="020B0504030504020204"/>
            </a:endParaRPr>
          </a:p>
          <a:p>
            <a:pPr algn="l"/>
            <a:endParaRPr lang="en-US" altLang="ja-JP" sz="1100" dirty="0">
              <a:solidFill>
                <a:schemeClr val="tx1"/>
              </a:solidFill>
              <a:ea typeface="SST Japanese Pro Regular" panose="020B0504030504020204"/>
            </a:endParaRPr>
          </a:p>
          <a:p>
            <a:pPr algn="l"/>
            <a:endParaRPr kumimoji="1" lang="en-US" altLang="ja-JP" sz="1100" dirty="0">
              <a:solidFill>
                <a:schemeClr val="tx1"/>
              </a:solidFill>
              <a:ea typeface="SST Japanese Pro Regular" panose="020B0504030504020204"/>
            </a:endParaRPr>
          </a:p>
          <a:p>
            <a:pPr algn="l"/>
            <a:r>
              <a:rPr lang="en-US" altLang="ja-JP" sz="1100" b="1" dirty="0">
                <a:solidFill>
                  <a:schemeClr val="tx1"/>
                </a:solidFill>
                <a:ea typeface="SST Japanese Pro Regular" panose="020B0504030504020204"/>
              </a:rPr>
              <a:t>【</a:t>
            </a:r>
            <a:r>
              <a:rPr lang="ja-JP" altLang="en-US" sz="1100" b="1" dirty="0">
                <a:solidFill>
                  <a:schemeClr val="tx1"/>
                </a:solidFill>
                <a:ea typeface="SST Japanese Pro Regular" panose="020B0504030504020204"/>
              </a:rPr>
              <a:t>決定的ポイント</a:t>
            </a:r>
            <a:r>
              <a:rPr lang="en-US" altLang="ja-JP" sz="1100" b="1" dirty="0">
                <a:solidFill>
                  <a:schemeClr val="tx1"/>
                </a:solidFill>
                <a:ea typeface="SST Japanese Pro Regular" panose="020B0504030504020204"/>
              </a:rPr>
              <a:t>(MVP)】</a:t>
            </a:r>
            <a:endParaRPr kumimoji="1" lang="ja-JP" altLang="en-US" sz="1100" b="1" dirty="0">
              <a:solidFill>
                <a:schemeClr val="tx1"/>
              </a:solidFill>
              <a:ea typeface="SST Japanese Pro Regular" panose="020B0504030504020204"/>
            </a:endParaRPr>
          </a:p>
        </p:txBody>
      </p:sp>
      <p:sp>
        <p:nvSpPr>
          <p:cNvPr id="42" name="正方形/長方形 41">
            <a:extLst>
              <a:ext uri="{FF2B5EF4-FFF2-40B4-BE49-F238E27FC236}">
                <a16:creationId xmlns:a16="http://schemas.microsoft.com/office/drawing/2014/main" id="{BEEE0D60-A1FB-847A-EE85-4AF9CF813093}"/>
              </a:ext>
            </a:extLst>
          </p:cNvPr>
          <p:cNvSpPr/>
          <p:nvPr userDrawn="1"/>
        </p:nvSpPr>
        <p:spPr>
          <a:xfrm>
            <a:off x="5234691" y="818688"/>
            <a:ext cx="6440084" cy="4764012"/>
          </a:xfrm>
          <a:prstGeom prst="rect">
            <a:avLst/>
          </a:pr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altLang="ja-JP" sz="1400" b="1" dirty="0">
                <a:solidFill>
                  <a:schemeClr val="tx1"/>
                </a:solidFill>
                <a:ea typeface="SST Japanese Pro Regular" panose="020B0504030504020204"/>
              </a:rPr>
              <a:t>Customer Segments : </a:t>
            </a:r>
            <a:r>
              <a:rPr lang="ja-JP" altLang="en-US" sz="1400" b="1" dirty="0">
                <a:solidFill>
                  <a:schemeClr val="tx1"/>
                </a:solidFill>
                <a:ea typeface="SST Japanese Pro Regular" panose="020B0504030504020204"/>
              </a:rPr>
              <a:t>顧客のまとめ</a:t>
            </a:r>
            <a:endParaRPr lang="en-US" altLang="ja-JP" sz="1400" b="1" dirty="0">
              <a:solidFill>
                <a:schemeClr val="tx1"/>
              </a:solidFill>
              <a:ea typeface="SST Japanese Pro Regular" panose="020B0504030504020204"/>
            </a:endParaRPr>
          </a:p>
          <a:p>
            <a:pPr algn="l"/>
            <a:endParaRPr kumimoji="1" lang="en-US" altLang="ja-JP" sz="800" b="1" dirty="0">
              <a:solidFill>
                <a:schemeClr val="tx1"/>
              </a:solidFill>
              <a:ea typeface="SST Japanese Pro Regular" panose="020B0504030504020204"/>
            </a:endParaRPr>
          </a:p>
          <a:p>
            <a:pPr algn="l"/>
            <a:r>
              <a:rPr lang="ja-JP" altLang="en-US" sz="1100" b="1" u="sng" dirty="0">
                <a:solidFill>
                  <a:schemeClr val="tx1"/>
                </a:solidFill>
                <a:ea typeface="SST Japanese Pro Regular" panose="020B0504030504020204"/>
              </a:rPr>
              <a:t>ペルソナの可視化</a:t>
            </a:r>
            <a:endParaRPr lang="en-US" altLang="ja-JP" sz="1100" b="1" u="sng" dirty="0">
              <a:solidFill>
                <a:schemeClr val="tx1"/>
              </a:solidFill>
              <a:ea typeface="SST Japanese Pro Regular" panose="020B0504030504020204"/>
            </a:endParaRPr>
          </a:p>
          <a:p>
            <a:pPr algn="l"/>
            <a:endParaRPr kumimoji="1" lang="en-US" altLang="ja-JP" sz="800" dirty="0">
              <a:solidFill>
                <a:schemeClr val="tx1"/>
              </a:solidFill>
              <a:ea typeface="SST Japanese Pro Regular" panose="020B0504030504020204"/>
            </a:endParaRPr>
          </a:p>
          <a:p>
            <a:pPr algn="l"/>
            <a:r>
              <a:rPr lang="en-US" altLang="ja-JP" sz="1100" b="1" dirty="0">
                <a:solidFill>
                  <a:schemeClr val="tx1"/>
                </a:solidFill>
                <a:ea typeface="SST Japanese Pro Regular" panose="020B0504030504020204"/>
              </a:rPr>
              <a:t>【</a:t>
            </a:r>
            <a:r>
              <a:rPr lang="ja-JP" altLang="en-US" sz="1100" b="1" dirty="0">
                <a:solidFill>
                  <a:schemeClr val="tx1"/>
                </a:solidFill>
                <a:ea typeface="SST Japanese Pro Regular" panose="020B0504030504020204"/>
              </a:rPr>
              <a:t>具体的な属性、条件</a:t>
            </a:r>
            <a:r>
              <a:rPr lang="en-US" altLang="ja-JP" sz="1100" b="1" dirty="0">
                <a:solidFill>
                  <a:schemeClr val="tx1"/>
                </a:solidFill>
                <a:ea typeface="SST Japanese Pro Regular" panose="020B0504030504020204"/>
              </a:rPr>
              <a:t>】</a:t>
            </a:r>
          </a:p>
          <a:p>
            <a:pPr algn="l"/>
            <a:endParaRPr kumimoji="1" lang="en-US" altLang="ja-JP" sz="1100" dirty="0">
              <a:solidFill>
                <a:schemeClr val="tx1"/>
              </a:solidFill>
              <a:ea typeface="SST Japanese Pro Regular" panose="020B0504030504020204"/>
            </a:endParaRPr>
          </a:p>
          <a:p>
            <a:pPr algn="l"/>
            <a:endParaRPr kumimoji="1" lang="en-US" altLang="ja-JP" sz="800" dirty="0">
              <a:solidFill>
                <a:schemeClr val="tx1"/>
              </a:solidFill>
              <a:ea typeface="SST Japanese Pro Regular" panose="020B0504030504020204"/>
            </a:endParaRPr>
          </a:p>
          <a:p>
            <a:pPr algn="l"/>
            <a:endParaRPr kumimoji="1" lang="en-US" altLang="ja-JP" sz="800" dirty="0">
              <a:solidFill>
                <a:schemeClr val="tx1"/>
              </a:solidFill>
              <a:ea typeface="SST Japanese Pro Regular" panose="020B0504030504020204"/>
            </a:endParaRPr>
          </a:p>
          <a:p>
            <a:pPr algn="l"/>
            <a:r>
              <a:rPr lang="en-US" altLang="ja-JP" sz="1100" b="1" dirty="0">
                <a:solidFill>
                  <a:schemeClr val="tx1"/>
                </a:solidFill>
                <a:ea typeface="SST Japanese Pro Regular" panose="020B0504030504020204"/>
              </a:rPr>
              <a:t>【</a:t>
            </a:r>
            <a:r>
              <a:rPr lang="ja-JP" altLang="en-US" sz="1100" b="1" dirty="0">
                <a:solidFill>
                  <a:schemeClr val="tx1"/>
                </a:solidFill>
                <a:ea typeface="SST Japanese Pro Regular" panose="020B0504030504020204"/>
              </a:rPr>
              <a:t>ペルソナ特有の背景、特徴</a:t>
            </a:r>
            <a:r>
              <a:rPr lang="en-US" altLang="ja-JP" sz="1100" b="1" dirty="0">
                <a:solidFill>
                  <a:schemeClr val="tx1"/>
                </a:solidFill>
                <a:ea typeface="SST Japanese Pro Regular" panose="020B0504030504020204"/>
              </a:rPr>
              <a:t>】</a:t>
            </a:r>
          </a:p>
          <a:p>
            <a:pPr algn="l"/>
            <a:endParaRPr kumimoji="1" lang="en-US" altLang="ja-JP" sz="1100" dirty="0">
              <a:solidFill>
                <a:schemeClr val="tx1"/>
              </a:solidFill>
              <a:ea typeface="SST Japanese Pro Regular" panose="020B0504030504020204"/>
            </a:endParaRPr>
          </a:p>
          <a:p>
            <a:pPr algn="l"/>
            <a:endParaRPr kumimoji="1" lang="en-US" altLang="ja-JP" sz="800" dirty="0">
              <a:solidFill>
                <a:schemeClr val="tx1"/>
              </a:solidFill>
              <a:ea typeface="SST Japanese Pro Regular" panose="020B0504030504020204"/>
            </a:endParaRPr>
          </a:p>
          <a:p>
            <a:pPr algn="l"/>
            <a:endParaRPr kumimoji="1" lang="en-US" altLang="ja-JP" sz="800" dirty="0">
              <a:solidFill>
                <a:schemeClr val="tx1"/>
              </a:solidFill>
              <a:ea typeface="SST Japanese Pro Regular" panose="020B0504030504020204"/>
            </a:endParaRPr>
          </a:p>
          <a:p>
            <a:pPr algn="l"/>
            <a:r>
              <a:rPr lang="en-US" altLang="ja-JP" sz="1100" b="1" dirty="0">
                <a:solidFill>
                  <a:schemeClr val="tx1"/>
                </a:solidFill>
                <a:ea typeface="SST Japanese Pro Regular" panose="020B0504030504020204"/>
              </a:rPr>
              <a:t>【</a:t>
            </a:r>
            <a:r>
              <a:rPr lang="ja-JP" altLang="en-US" sz="1100" b="1" dirty="0">
                <a:solidFill>
                  <a:schemeClr val="tx1"/>
                </a:solidFill>
                <a:ea typeface="SST Japanese Pro Regular" panose="020B0504030504020204"/>
              </a:rPr>
              <a:t>ペルソナの特徴に合致する顧客の人数</a:t>
            </a:r>
            <a:r>
              <a:rPr lang="en-US" altLang="ja-JP" sz="1100" b="1" dirty="0">
                <a:solidFill>
                  <a:schemeClr val="tx1"/>
                </a:solidFill>
                <a:ea typeface="SST Japanese Pro Regular" panose="020B0504030504020204"/>
              </a:rPr>
              <a:t>】</a:t>
            </a:r>
          </a:p>
          <a:p>
            <a:pPr algn="l"/>
            <a:endParaRPr kumimoji="1" lang="en-US" altLang="ja-JP" sz="1100" dirty="0">
              <a:solidFill>
                <a:schemeClr val="tx1"/>
              </a:solidFill>
              <a:ea typeface="SST Japanese Pro Regular" panose="020B0504030504020204"/>
            </a:endParaRPr>
          </a:p>
          <a:p>
            <a:pPr algn="l"/>
            <a:endParaRPr kumimoji="1" lang="en-US" altLang="ja-JP" sz="800" dirty="0">
              <a:solidFill>
                <a:schemeClr val="tx1"/>
              </a:solidFill>
              <a:ea typeface="SST Japanese Pro Regular" panose="020B0504030504020204"/>
            </a:endParaRPr>
          </a:p>
          <a:p>
            <a:pPr algn="l"/>
            <a:endParaRPr kumimoji="1" lang="en-US" altLang="ja-JP" sz="800" dirty="0">
              <a:solidFill>
                <a:schemeClr val="tx1"/>
              </a:solidFill>
              <a:ea typeface="SST Japanese Pro Regular" panose="020B0504030504020204"/>
            </a:endParaRPr>
          </a:p>
          <a:p>
            <a:pPr algn="l"/>
            <a:r>
              <a:rPr lang="ja-JP" altLang="en-US" sz="1100" b="1" u="sng" dirty="0">
                <a:solidFill>
                  <a:schemeClr val="tx1"/>
                </a:solidFill>
                <a:ea typeface="SST Japanese Pro Regular" panose="020B0504030504020204"/>
              </a:rPr>
              <a:t>顧客の課題の可視化</a:t>
            </a:r>
            <a:endParaRPr lang="en-US" altLang="ja-JP" sz="1100" b="1" u="sng" dirty="0">
              <a:solidFill>
                <a:schemeClr val="tx1"/>
              </a:solidFill>
              <a:ea typeface="SST Japanese Pro Regular" panose="020B0504030504020204"/>
            </a:endParaRPr>
          </a:p>
          <a:p>
            <a:pPr algn="l"/>
            <a:r>
              <a:rPr lang="en-US" altLang="ja-JP" sz="800" b="1" u="sng" dirty="0">
                <a:solidFill>
                  <a:schemeClr val="tx1"/>
                </a:solidFill>
                <a:ea typeface="SST Japanese Pro Regular" panose="020B0504030504020204"/>
              </a:rPr>
              <a:t> </a:t>
            </a:r>
          </a:p>
          <a:p>
            <a:r>
              <a:rPr kumimoji="1" lang="en-US" altLang="ja-JP" sz="1100" b="1" dirty="0">
                <a:solidFill>
                  <a:schemeClr val="tx1"/>
                </a:solidFill>
                <a:ea typeface="SST Japanese Pro Regular" panose="020B0504030504020204"/>
              </a:rPr>
              <a:t>【</a:t>
            </a:r>
            <a:r>
              <a:rPr lang="ja-JP" altLang="en-US" sz="1100" b="1" dirty="0">
                <a:solidFill>
                  <a:schemeClr val="tx1"/>
                </a:solidFill>
                <a:ea typeface="SST Japanese Pro Regular" panose="020B0504030504020204"/>
              </a:rPr>
              <a:t>ジョブ</a:t>
            </a:r>
            <a:r>
              <a:rPr lang="en-US" altLang="ja-JP" sz="1100" b="0" dirty="0">
                <a:solidFill>
                  <a:schemeClr val="tx1"/>
                </a:solidFill>
                <a:ea typeface="SST Japanese Pro Regular" panose="020B0504030504020204"/>
              </a:rPr>
              <a:t>】</a:t>
            </a:r>
            <a:r>
              <a:rPr lang="ja-JP" altLang="en-US" sz="1100" b="0" dirty="0">
                <a:solidFill>
                  <a:schemeClr val="tx1"/>
                </a:solidFill>
                <a:ea typeface="SST Japanese Pro Regular" panose="020B0504030504020204"/>
              </a:rPr>
              <a:t>　　　　　　　　　　　　　　　　  　</a:t>
            </a:r>
            <a:r>
              <a:rPr lang="en-US" altLang="ja-JP" sz="1100" b="1" dirty="0">
                <a:solidFill>
                  <a:schemeClr val="tx1"/>
                </a:solidFill>
                <a:ea typeface="SST Japanese Pro Regular" panose="020B0504030504020204"/>
              </a:rPr>
              <a:t>【</a:t>
            </a:r>
            <a:r>
              <a:rPr lang="ja-JP" altLang="en-US" sz="1100" b="1" dirty="0">
                <a:solidFill>
                  <a:schemeClr val="tx1"/>
                </a:solidFill>
                <a:ea typeface="SST Japanese Pro Regular" panose="020B0504030504020204"/>
              </a:rPr>
              <a:t>現在の対策</a:t>
            </a:r>
            <a:r>
              <a:rPr lang="en-US" altLang="ja-JP" sz="1100" b="1" dirty="0">
                <a:solidFill>
                  <a:schemeClr val="tx1"/>
                </a:solidFill>
                <a:ea typeface="SST Japanese Pro Regular" panose="020B0504030504020204"/>
              </a:rPr>
              <a:t>】</a:t>
            </a:r>
          </a:p>
          <a:p>
            <a:pPr algn="l"/>
            <a:endParaRPr lang="en-US" altLang="ja-JP" sz="1100" dirty="0">
              <a:solidFill>
                <a:schemeClr val="tx1"/>
              </a:solidFill>
              <a:ea typeface="SST Japanese Pro Regular" panose="020B0504030504020204"/>
            </a:endParaRPr>
          </a:p>
          <a:p>
            <a:pPr algn="l"/>
            <a:endParaRPr lang="en-US" altLang="ja-JP" sz="1100" dirty="0">
              <a:solidFill>
                <a:schemeClr val="tx1"/>
              </a:solidFill>
              <a:ea typeface="SST Japanese Pro Regular" panose="020B0504030504020204"/>
            </a:endParaRPr>
          </a:p>
          <a:p>
            <a:pPr algn="l"/>
            <a:endParaRPr lang="en-US" altLang="ja-JP" sz="1100" dirty="0">
              <a:solidFill>
                <a:schemeClr val="tx1"/>
              </a:solidFill>
              <a:ea typeface="SST Japanese Pro Regular" panose="020B0504030504020204"/>
            </a:endParaRPr>
          </a:p>
          <a:p>
            <a:pPr algn="l"/>
            <a:endParaRPr lang="en-US" altLang="ja-JP" sz="1100" dirty="0">
              <a:solidFill>
                <a:schemeClr val="tx1"/>
              </a:solidFill>
              <a:ea typeface="SST Japanese Pro Regular" panose="020B0504030504020204"/>
            </a:endParaRPr>
          </a:p>
          <a:p>
            <a:pPr algn="l"/>
            <a:endParaRPr lang="en-US" altLang="ja-JP" sz="1100" dirty="0">
              <a:solidFill>
                <a:schemeClr val="tx1"/>
              </a:solidFill>
              <a:ea typeface="SST Japanese Pro Regular" panose="020B0504030504020204"/>
            </a:endParaRPr>
          </a:p>
          <a:p>
            <a:pPr algn="l"/>
            <a:r>
              <a:rPr lang="en-US" altLang="ja-JP" sz="1100" b="1" dirty="0">
                <a:solidFill>
                  <a:schemeClr val="tx1"/>
                </a:solidFill>
                <a:ea typeface="SST Japanese Pro Regular" panose="020B0504030504020204"/>
              </a:rPr>
              <a:t>【</a:t>
            </a:r>
            <a:r>
              <a:rPr lang="ja-JP" altLang="en-US" sz="1100" b="1" dirty="0">
                <a:solidFill>
                  <a:schemeClr val="tx1"/>
                </a:solidFill>
                <a:ea typeface="SST Japanese Pro Regular" panose="020B0504030504020204"/>
              </a:rPr>
              <a:t>実現できない理由</a:t>
            </a:r>
            <a:r>
              <a:rPr lang="en-US" altLang="ja-JP" sz="1100" b="1" dirty="0">
                <a:solidFill>
                  <a:schemeClr val="tx1"/>
                </a:solidFill>
                <a:ea typeface="SST Japanese Pro Regular" panose="020B0504030504020204"/>
              </a:rPr>
              <a:t>】</a:t>
            </a:r>
            <a:r>
              <a:rPr lang="ja-JP" altLang="en-US" sz="1100" b="1" dirty="0">
                <a:solidFill>
                  <a:schemeClr val="tx1"/>
                </a:solidFill>
                <a:ea typeface="SST Japanese Pro Regular" panose="020B0504030504020204"/>
              </a:rPr>
              <a:t>　　　　　　　　　　　　  </a:t>
            </a:r>
            <a:r>
              <a:rPr lang="en-US" altLang="ja-JP" sz="1100" b="1" dirty="0">
                <a:solidFill>
                  <a:schemeClr val="tx1"/>
                </a:solidFill>
                <a:ea typeface="SST Japanese Pro Regular" panose="020B0504030504020204"/>
              </a:rPr>
              <a:t>【</a:t>
            </a:r>
            <a:r>
              <a:rPr lang="ja-JP" altLang="en-US" sz="1100" b="1" dirty="0">
                <a:solidFill>
                  <a:schemeClr val="tx1"/>
                </a:solidFill>
                <a:ea typeface="SST Japanese Pro Regular" panose="020B0504030504020204"/>
              </a:rPr>
              <a:t>現在の対策への不満</a:t>
            </a:r>
            <a:r>
              <a:rPr lang="en-US" altLang="ja-JP" sz="1100" b="1" dirty="0">
                <a:solidFill>
                  <a:schemeClr val="tx1"/>
                </a:solidFill>
                <a:ea typeface="SST Japanese Pro Regular" panose="020B0504030504020204"/>
              </a:rPr>
              <a:t>】</a:t>
            </a:r>
          </a:p>
          <a:p>
            <a:pPr algn="l"/>
            <a:endParaRPr kumimoji="1" lang="en-US" altLang="ja-JP" sz="1100" dirty="0">
              <a:solidFill>
                <a:schemeClr val="tx1"/>
              </a:solidFill>
              <a:ea typeface="SST Japanese Pro Regular" panose="020B0504030504020204"/>
            </a:endParaRPr>
          </a:p>
          <a:p>
            <a:pPr algn="l"/>
            <a:endParaRPr kumimoji="1" lang="en-US" altLang="ja-JP" sz="1100" dirty="0">
              <a:solidFill>
                <a:schemeClr val="tx1"/>
              </a:solidFill>
              <a:ea typeface="SST Japanese Pro Regular" panose="020B0504030504020204"/>
            </a:endParaRPr>
          </a:p>
          <a:p>
            <a:pPr algn="l"/>
            <a:endParaRPr kumimoji="1" lang="en-US" altLang="ja-JP" sz="1100" dirty="0">
              <a:solidFill>
                <a:schemeClr val="tx1"/>
              </a:solidFill>
              <a:ea typeface="SST Japanese Pro Regular" panose="020B0504030504020204"/>
            </a:endParaRPr>
          </a:p>
          <a:p>
            <a:pPr algn="l"/>
            <a:endParaRPr kumimoji="1" lang="en-US" altLang="ja-JP" sz="1100" dirty="0">
              <a:solidFill>
                <a:schemeClr val="tx1"/>
              </a:solidFill>
              <a:ea typeface="SST Japanese Pro Regular" panose="020B0504030504020204"/>
            </a:endParaRPr>
          </a:p>
          <a:p>
            <a:pPr algn="l"/>
            <a:endParaRPr kumimoji="1" lang="ja-JP" altLang="en-US" sz="1400" dirty="0">
              <a:solidFill>
                <a:schemeClr val="tx1"/>
              </a:solidFill>
              <a:ea typeface="SST Japanese Pro Regular" panose="020B0504030504020204"/>
            </a:endParaRPr>
          </a:p>
        </p:txBody>
      </p:sp>
      <p:sp>
        <p:nvSpPr>
          <p:cNvPr id="43" name="正方形/長方形 42">
            <a:extLst>
              <a:ext uri="{FF2B5EF4-FFF2-40B4-BE49-F238E27FC236}">
                <a16:creationId xmlns:a16="http://schemas.microsoft.com/office/drawing/2014/main" id="{B1B198DF-7A19-6A27-1934-EC8510AAA7B7}"/>
              </a:ext>
            </a:extLst>
          </p:cNvPr>
          <p:cNvSpPr/>
          <p:nvPr userDrawn="1"/>
        </p:nvSpPr>
        <p:spPr>
          <a:xfrm>
            <a:off x="570001" y="5584158"/>
            <a:ext cx="11104774" cy="567177"/>
          </a:xfrm>
          <a:prstGeom prst="rect">
            <a:avLst/>
          </a:pr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kumimoji="1" lang="en-US" altLang="ja-JP" sz="1100" b="1" dirty="0">
                <a:solidFill>
                  <a:schemeClr val="tx1"/>
                </a:solidFill>
                <a:ea typeface="SST Japanese Pro Regular" panose="020B0504030504020204"/>
              </a:rPr>
              <a:t>【</a:t>
            </a:r>
            <a:r>
              <a:rPr kumimoji="1" lang="ja-JP" altLang="en-US" sz="1100" b="1" dirty="0">
                <a:solidFill>
                  <a:schemeClr val="tx1"/>
                </a:solidFill>
                <a:ea typeface="SST Japanese Pro Regular" panose="020B0504030504020204"/>
              </a:rPr>
              <a:t>価格案</a:t>
            </a:r>
            <a:r>
              <a:rPr kumimoji="1" lang="en-US" altLang="ja-JP" sz="1100" b="1" dirty="0">
                <a:solidFill>
                  <a:schemeClr val="tx1"/>
                </a:solidFill>
                <a:ea typeface="SST Japanese Pro Regular" panose="020B0504030504020204"/>
              </a:rPr>
              <a:t>】</a:t>
            </a:r>
            <a:endParaRPr kumimoji="1" lang="ja-JP" altLang="en-US" sz="1100" b="1" dirty="0">
              <a:solidFill>
                <a:schemeClr val="tx1"/>
              </a:solidFill>
              <a:ea typeface="SST Japanese Pro Regular" panose="020B0504030504020204"/>
            </a:endParaRPr>
          </a:p>
        </p:txBody>
      </p:sp>
      <p:cxnSp>
        <p:nvCxnSpPr>
          <p:cNvPr id="45" name="直線コネクタ 44">
            <a:extLst>
              <a:ext uri="{FF2B5EF4-FFF2-40B4-BE49-F238E27FC236}">
                <a16:creationId xmlns:a16="http://schemas.microsoft.com/office/drawing/2014/main" id="{1E0C8EA9-A463-8AE6-2E41-1F8114756F3E}"/>
              </a:ext>
            </a:extLst>
          </p:cNvPr>
          <p:cNvCxnSpPr>
            <a:cxnSpLocks/>
          </p:cNvCxnSpPr>
          <p:nvPr userDrawn="1"/>
        </p:nvCxnSpPr>
        <p:spPr>
          <a:xfrm>
            <a:off x="673331" y="1083533"/>
            <a:ext cx="447809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AFDA625B-568C-7CA1-EFFE-D2A46336D66F}"/>
              </a:ext>
            </a:extLst>
          </p:cNvPr>
          <p:cNvCxnSpPr>
            <a:cxnSpLocks/>
          </p:cNvCxnSpPr>
          <p:nvPr userDrawn="1"/>
        </p:nvCxnSpPr>
        <p:spPr>
          <a:xfrm>
            <a:off x="5336771" y="1083533"/>
            <a:ext cx="623430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テキスト プレースホルダー 47">
            <a:extLst>
              <a:ext uri="{FF2B5EF4-FFF2-40B4-BE49-F238E27FC236}">
                <a16:creationId xmlns:a16="http://schemas.microsoft.com/office/drawing/2014/main" id="{604AEA3B-D7F4-A47E-1048-4BC73350BF51}"/>
              </a:ext>
            </a:extLst>
          </p:cNvPr>
          <p:cNvSpPr>
            <a:spLocks noGrp="1"/>
          </p:cNvSpPr>
          <p:nvPr>
            <p:ph type="body" sz="quarter" idx="11" hasCustomPrompt="1"/>
          </p:nvPr>
        </p:nvSpPr>
        <p:spPr>
          <a:xfrm>
            <a:off x="734529" y="1669402"/>
            <a:ext cx="4417324" cy="594403"/>
          </a:xfrm>
          <a:prstGeom prst="rect">
            <a:avLst/>
          </a:prstGeom>
        </p:spPr>
        <p:txBody>
          <a:bodyPr/>
          <a:lstStyle>
            <a:lvl1pPr marL="0" indent="0">
              <a:buNone/>
              <a:defRPr sz="1000">
                <a:ea typeface="SST Japanese Pro Regular" panose="020B0504030504020204"/>
              </a:defRPr>
            </a:lvl1pPr>
            <a:lvl2pPr marL="457138" indent="0">
              <a:buNone/>
              <a:defRPr sz="1100"/>
            </a:lvl2pPr>
            <a:lvl3pPr marL="914277" indent="0">
              <a:buNone/>
              <a:defRPr sz="1100"/>
            </a:lvl3pPr>
            <a:lvl4pPr marL="1371416" indent="0">
              <a:buNone/>
              <a:defRPr sz="1100"/>
            </a:lvl4pPr>
            <a:lvl5pPr marL="1828556" indent="0">
              <a:buNone/>
              <a:defRPr sz="1100"/>
            </a:lvl5pPr>
          </a:lstStyle>
          <a:p>
            <a:pPr lvl="0"/>
            <a:r>
              <a:rPr kumimoji="1" lang="ja-JP" altLang="en-US" dirty="0"/>
              <a:t>テキストを入力</a:t>
            </a:r>
          </a:p>
        </p:txBody>
      </p:sp>
      <p:sp>
        <p:nvSpPr>
          <p:cNvPr id="49" name="テキスト プレースホルダー 47">
            <a:extLst>
              <a:ext uri="{FF2B5EF4-FFF2-40B4-BE49-F238E27FC236}">
                <a16:creationId xmlns:a16="http://schemas.microsoft.com/office/drawing/2014/main" id="{75FE006E-C73A-EA13-D306-63C7C50470EB}"/>
              </a:ext>
            </a:extLst>
          </p:cNvPr>
          <p:cNvSpPr>
            <a:spLocks noGrp="1"/>
          </p:cNvSpPr>
          <p:nvPr>
            <p:ph type="body" sz="quarter" idx="12" hasCustomPrompt="1"/>
          </p:nvPr>
        </p:nvSpPr>
        <p:spPr>
          <a:xfrm>
            <a:off x="734529" y="2509911"/>
            <a:ext cx="4417324" cy="1609327"/>
          </a:xfrm>
          <a:prstGeom prst="rect">
            <a:avLst/>
          </a:prstGeom>
        </p:spPr>
        <p:txBody>
          <a:bodyPr/>
          <a:lstStyle>
            <a:lvl1pPr marL="0" indent="0">
              <a:buNone/>
              <a:defRPr sz="1000">
                <a:ea typeface="SST Japanese Pro Regular" panose="020B0504030504020204"/>
              </a:defRPr>
            </a:lvl1pPr>
            <a:lvl2pPr marL="457138" indent="0">
              <a:buNone/>
              <a:defRPr sz="1100"/>
            </a:lvl2pPr>
            <a:lvl3pPr marL="914277" indent="0">
              <a:buNone/>
              <a:defRPr sz="1100"/>
            </a:lvl3pPr>
            <a:lvl4pPr marL="1371416" indent="0">
              <a:buNone/>
              <a:defRPr sz="1100"/>
            </a:lvl4pPr>
            <a:lvl5pPr marL="1828556" indent="0">
              <a:buNone/>
              <a:defRPr sz="1100"/>
            </a:lvl5pPr>
          </a:lstStyle>
          <a:p>
            <a:pPr lvl="0"/>
            <a:r>
              <a:rPr kumimoji="1" lang="ja-JP" altLang="en-US" dirty="0"/>
              <a:t>テキストを入力</a:t>
            </a:r>
          </a:p>
        </p:txBody>
      </p:sp>
      <p:sp>
        <p:nvSpPr>
          <p:cNvPr id="50" name="テキスト プレースホルダー 47">
            <a:extLst>
              <a:ext uri="{FF2B5EF4-FFF2-40B4-BE49-F238E27FC236}">
                <a16:creationId xmlns:a16="http://schemas.microsoft.com/office/drawing/2014/main" id="{9DBC70E5-0DE6-DECD-4D53-0B4B39A0CB3F}"/>
              </a:ext>
            </a:extLst>
          </p:cNvPr>
          <p:cNvSpPr>
            <a:spLocks noGrp="1"/>
          </p:cNvSpPr>
          <p:nvPr>
            <p:ph type="body" sz="quarter" idx="13" hasCustomPrompt="1"/>
          </p:nvPr>
        </p:nvSpPr>
        <p:spPr>
          <a:xfrm>
            <a:off x="731521" y="4365345"/>
            <a:ext cx="4417324" cy="1138810"/>
          </a:xfrm>
          <a:prstGeom prst="rect">
            <a:avLst/>
          </a:prstGeom>
        </p:spPr>
        <p:txBody>
          <a:bodyPr/>
          <a:lstStyle>
            <a:lvl1pPr marL="171450" indent="-171450">
              <a:buFont typeface="Arial" panose="020B0604020202020204" pitchFamily="34" charset="0"/>
              <a:buChar char="•"/>
              <a:defRPr sz="1000">
                <a:ea typeface="SST Japanese Pro Regular" panose="020B0504030504020204"/>
              </a:defRPr>
            </a:lvl1pPr>
            <a:lvl2pPr marL="457138" indent="0">
              <a:buNone/>
              <a:defRPr sz="1100"/>
            </a:lvl2pPr>
            <a:lvl3pPr marL="914277" indent="0">
              <a:buNone/>
              <a:defRPr sz="1100"/>
            </a:lvl3pPr>
            <a:lvl4pPr marL="1371416" indent="0">
              <a:buNone/>
              <a:defRPr sz="1100"/>
            </a:lvl4pPr>
            <a:lvl5pPr marL="1828556" indent="0">
              <a:buNone/>
              <a:defRPr sz="1100"/>
            </a:lvl5pPr>
          </a:lstStyle>
          <a:p>
            <a:pPr lvl="0"/>
            <a:r>
              <a:rPr kumimoji="1" lang="ja-JP" altLang="en-US" dirty="0"/>
              <a:t>テキストを入力</a:t>
            </a:r>
          </a:p>
        </p:txBody>
      </p:sp>
      <p:sp>
        <p:nvSpPr>
          <p:cNvPr id="51" name="テキスト プレースホルダー 47">
            <a:extLst>
              <a:ext uri="{FF2B5EF4-FFF2-40B4-BE49-F238E27FC236}">
                <a16:creationId xmlns:a16="http://schemas.microsoft.com/office/drawing/2014/main" id="{9E24FA5F-2D23-0D4A-1DBE-60D3369D19D2}"/>
              </a:ext>
            </a:extLst>
          </p:cNvPr>
          <p:cNvSpPr>
            <a:spLocks noGrp="1"/>
          </p:cNvSpPr>
          <p:nvPr>
            <p:ph type="body" sz="quarter" idx="14" hasCustomPrompt="1"/>
          </p:nvPr>
        </p:nvSpPr>
        <p:spPr>
          <a:xfrm>
            <a:off x="5399220" y="1662803"/>
            <a:ext cx="6171861" cy="355920"/>
          </a:xfrm>
          <a:prstGeom prst="rect">
            <a:avLst/>
          </a:prstGeom>
        </p:spPr>
        <p:txBody>
          <a:bodyPr/>
          <a:lstStyle>
            <a:lvl1pPr marL="0" indent="0">
              <a:buNone/>
              <a:defRPr sz="1000">
                <a:ea typeface="SST Japanese Pro Regular" panose="020B0504030504020204"/>
              </a:defRPr>
            </a:lvl1pPr>
            <a:lvl2pPr marL="457138" indent="0">
              <a:buNone/>
              <a:defRPr sz="1100"/>
            </a:lvl2pPr>
            <a:lvl3pPr marL="914277" indent="0">
              <a:buNone/>
              <a:defRPr sz="1100"/>
            </a:lvl3pPr>
            <a:lvl4pPr marL="1371416" indent="0">
              <a:buNone/>
              <a:defRPr sz="1100"/>
            </a:lvl4pPr>
            <a:lvl5pPr marL="1828556" indent="0">
              <a:buNone/>
              <a:defRPr sz="1100"/>
            </a:lvl5pPr>
          </a:lstStyle>
          <a:p>
            <a:pPr lvl="0"/>
            <a:r>
              <a:rPr kumimoji="1" lang="ja-JP" altLang="en-US" dirty="0"/>
              <a:t>テキストを入力</a:t>
            </a:r>
          </a:p>
        </p:txBody>
      </p:sp>
      <p:sp>
        <p:nvSpPr>
          <p:cNvPr id="52" name="テキスト プレースホルダー 47">
            <a:extLst>
              <a:ext uri="{FF2B5EF4-FFF2-40B4-BE49-F238E27FC236}">
                <a16:creationId xmlns:a16="http://schemas.microsoft.com/office/drawing/2014/main" id="{6EFBC585-1039-25CF-84B5-C66D3EF954E7}"/>
              </a:ext>
            </a:extLst>
          </p:cNvPr>
          <p:cNvSpPr>
            <a:spLocks noGrp="1"/>
          </p:cNvSpPr>
          <p:nvPr>
            <p:ph type="body" sz="quarter" idx="15" hasCustomPrompt="1"/>
          </p:nvPr>
        </p:nvSpPr>
        <p:spPr>
          <a:xfrm>
            <a:off x="5399220" y="2237173"/>
            <a:ext cx="6171861" cy="368250"/>
          </a:xfrm>
          <a:prstGeom prst="rect">
            <a:avLst/>
          </a:prstGeom>
        </p:spPr>
        <p:txBody>
          <a:bodyPr/>
          <a:lstStyle>
            <a:lvl1pPr marL="0" indent="0">
              <a:buNone/>
              <a:defRPr sz="1000">
                <a:ea typeface="SST Japanese Pro Regular" panose="020B0504030504020204"/>
              </a:defRPr>
            </a:lvl1pPr>
            <a:lvl2pPr marL="457138" indent="0">
              <a:buNone/>
              <a:defRPr sz="1100"/>
            </a:lvl2pPr>
            <a:lvl3pPr marL="914277" indent="0">
              <a:buNone/>
              <a:defRPr sz="1100"/>
            </a:lvl3pPr>
            <a:lvl4pPr marL="1371416" indent="0">
              <a:buNone/>
              <a:defRPr sz="1100"/>
            </a:lvl4pPr>
            <a:lvl5pPr marL="1828556" indent="0">
              <a:buNone/>
              <a:defRPr sz="1100"/>
            </a:lvl5pPr>
          </a:lstStyle>
          <a:p>
            <a:pPr lvl="0"/>
            <a:r>
              <a:rPr kumimoji="1" lang="ja-JP" altLang="en-US" dirty="0"/>
              <a:t>テキストを入力</a:t>
            </a:r>
          </a:p>
        </p:txBody>
      </p:sp>
      <p:sp>
        <p:nvSpPr>
          <p:cNvPr id="53" name="テキスト プレースホルダー 47">
            <a:extLst>
              <a:ext uri="{FF2B5EF4-FFF2-40B4-BE49-F238E27FC236}">
                <a16:creationId xmlns:a16="http://schemas.microsoft.com/office/drawing/2014/main" id="{AA848D75-8D12-D45F-F516-179763A7C050}"/>
              </a:ext>
            </a:extLst>
          </p:cNvPr>
          <p:cNvSpPr>
            <a:spLocks noGrp="1"/>
          </p:cNvSpPr>
          <p:nvPr>
            <p:ph type="body" sz="quarter" idx="16" hasCustomPrompt="1"/>
          </p:nvPr>
        </p:nvSpPr>
        <p:spPr>
          <a:xfrm>
            <a:off x="5399219" y="2823873"/>
            <a:ext cx="6171861" cy="368248"/>
          </a:xfrm>
          <a:prstGeom prst="rect">
            <a:avLst/>
          </a:prstGeom>
        </p:spPr>
        <p:txBody>
          <a:bodyPr/>
          <a:lstStyle>
            <a:lvl1pPr marL="0" indent="0">
              <a:buNone/>
              <a:defRPr sz="1000">
                <a:ea typeface="SST Japanese Pro Regular" panose="020B0504030504020204"/>
              </a:defRPr>
            </a:lvl1pPr>
            <a:lvl2pPr marL="457138" indent="0">
              <a:buNone/>
              <a:defRPr sz="1100"/>
            </a:lvl2pPr>
            <a:lvl3pPr marL="914277" indent="0">
              <a:buNone/>
              <a:defRPr sz="1100"/>
            </a:lvl3pPr>
            <a:lvl4pPr marL="1371416" indent="0">
              <a:buNone/>
              <a:defRPr sz="1100"/>
            </a:lvl4pPr>
            <a:lvl5pPr marL="1828556" indent="0">
              <a:buNone/>
              <a:defRPr sz="1100"/>
            </a:lvl5pPr>
          </a:lstStyle>
          <a:p>
            <a:pPr lvl="0"/>
            <a:r>
              <a:rPr kumimoji="1" lang="ja-JP" altLang="en-US" dirty="0"/>
              <a:t>テキストを入力</a:t>
            </a:r>
          </a:p>
        </p:txBody>
      </p:sp>
      <p:sp>
        <p:nvSpPr>
          <p:cNvPr id="54" name="テキスト プレースホルダー 47">
            <a:extLst>
              <a:ext uri="{FF2B5EF4-FFF2-40B4-BE49-F238E27FC236}">
                <a16:creationId xmlns:a16="http://schemas.microsoft.com/office/drawing/2014/main" id="{20FA80AC-5931-FCC0-5622-D0DB48A120C1}"/>
              </a:ext>
            </a:extLst>
          </p:cNvPr>
          <p:cNvSpPr>
            <a:spLocks noGrp="1"/>
          </p:cNvSpPr>
          <p:nvPr>
            <p:ph type="body" sz="quarter" idx="17" hasCustomPrompt="1"/>
          </p:nvPr>
        </p:nvSpPr>
        <p:spPr>
          <a:xfrm>
            <a:off x="5396212" y="3666479"/>
            <a:ext cx="3026259" cy="816744"/>
          </a:xfrm>
          <a:prstGeom prst="rect">
            <a:avLst/>
          </a:prstGeom>
        </p:spPr>
        <p:txBody>
          <a:bodyPr/>
          <a:lstStyle>
            <a:lvl1pPr marL="171450" indent="-171450">
              <a:buFont typeface="Arial" panose="020B0604020202020204" pitchFamily="34" charset="0"/>
              <a:buChar char="•"/>
              <a:defRPr sz="1000">
                <a:ea typeface="SST Japanese Pro Regular" panose="020B0504030504020204"/>
              </a:defRPr>
            </a:lvl1pPr>
            <a:lvl2pPr marL="457138" indent="0">
              <a:buNone/>
              <a:defRPr sz="1100"/>
            </a:lvl2pPr>
            <a:lvl3pPr marL="914277" indent="0">
              <a:buNone/>
              <a:defRPr sz="1100"/>
            </a:lvl3pPr>
            <a:lvl4pPr marL="1371416" indent="0">
              <a:buNone/>
              <a:defRPr sz="1100"/>
            </a:lvl4pPr>
            <a:lvl5pPr marL="1828556" indent="0">
              <a:buNone/>
              <a:defRPr sz="1100"/>
            </a:lvl5pPr>
          </a:lstStyle>
          <a:p>
            <a:pPr lvl="0"/>
            <a:r>
              <a:rPr kumimoji="1" lang="ja-JP" altLang="en-US" dirty="0"/>
              <a:t>テキストを入力</a:t>
            </a:r>
          </a:p>
        </p:txBody>
      </p:sp>
      <p:sp>
        <p:nvSpPr>
          <p:cNvPr id="56" name="テキスト プレースホルダー 47">
            <a:extLst>
              <a:ext uri="{FF2B5EF4-FFF2-40B4-BE49-F238E27FC236}">
                <a16:creationId xmlns:a16="http://schemas.microsoft.com/office/drawing/2014/main" id="{AF972CA0-06AA-B330-E473-639313836DA6}"/>
              </a:ext>
            </a:extLst>
          </p:cNvPr>
          <p:cNvSpPr>
            <a:spLocks noGrp="1"/>
          </p:cNvSpPr>
          <p:nvPr>
            <p:ph type="body" sz="quarter" idx="18" hasCustomPrompt="1"/>
          </p:nvPr>
        </p:nvSpPr>
        <p:spPr>
          <a:xfrm>
            <a:off x="5396212" y="4679543"/>
            <a:ext cx="3026255" cy="833669"/>
          </a:xfrm>
          <a:prstGeom prst="rect">
            <a:avLst/>
          </a:prstGeom>
        </p:spPr>
        <p:txBody>
          <a:bodyPr/>
          <a:lstStyle>
            <a:lvl1pPr marL="171450" indent="-171450">
              <a:buFont typeface="Arial" panose="020B0604020202020204" pitchFamily="34" charset="0"/>
              <a:buChar char="•"/>
              <a:defRPr sz="1000">
                <a:ea typeface="SST Japanese Pro Regular" panose="020B0504030504020204"/>
              </a:defRPr>
            </a:lvl1pPr>
            <a:lvl2pPr marL="457138" indent="0">
              <a:buNone/>
              <a:defRPr sz="1100"/>
            </a:lvl2pPr>
            <a:lvl3pPr marL="914277" indent="0">
              <a:buNone/>
              <a:defRPr sz="1100"/>
            </a:lvl3pPr>
            <a:lvl4pPr marL="1371416" indent="0">
              <a:buNone/>
              <a:defRPr sz="1100"/>
            </a:lvl4pPr>
            <a:lvl5pPr marL="1828556" indent="0">
              <a:buNone/>
              <a:defRPr sz="1100"/>
            </a:lvl5pPr>
          </a:lstStyle>
          <a:p>
            <a:pPr lvl="0"/>
            <a:r>
              <a:rPr kumimoji="1" lang="ja-JP" altLang="en-US" dirty="0"/>
              <a:t>テキストを入力</a:t>
            </a:r>
          </a:p>
        </p:txBody>
      </p:sp>
      <p:sp>
        <p:nvSpPr>
          <p:cNvPr id="57" name="テキスト プレースホルダー 47">
            <a:extLst>
              <a:ext uri="{FF2B5EF4-FFF2-40B4-BE49-F238E27FC236}">
                <a16:creationId xmlns:a16="http://schemas.microsoft.com/office/drawing/2014/main" id="{F281C9BE-791B-D1D3-D9FF-90DE7AEF996F}"/>
              </a:ext>
            </a:extLst>
          </p:cNvPr>
          <p:cNvSpPr>
            <a:spLocks noGrp="1"/>
          </p:cNvSpPr>
          <p:nvPr>
            <p:ph type="body" sz="quarter" idx="19" hasCustomPrompt="1"/>
          </p:nvPr>
        </p:nvSpPr>
        <p:spPr>
          <a:xfrm>
            <a:off x="8528858" y="3664804"/>
            <a:ext cx="3039530" cy="816743"/>
          </a:xfrm>
          <a:prstGeom prst="rect">
            <a:avLst/>
          </a:prstGeom>
        </p:spPr>
        <p:txBody>
          <a:bodyPr/>
          <a:lstStyle>
            <a:lvl1pPr marL="171450" indent="-171450">
              <a:buFont typeface="Arial" panose="020B0604020202020204" pitchFamily="34" charset="0"/>
              <a:buChar char="•"/>
              <a:defRPr sz="1000">
                <a:ea typeface="SST Japanese Pro Regular" panose="020B0504030504020204"/>
              </a:defRPr>
            </a:lvl1pPr>
            <a:lvl2pPr marL="457138" indent="0">
              <a:buNone/>
              <a:defRPr sz="1100"/>
            </a:lvl2pPr>
            <a:lvl3pPr marL="914277" indent="0">
              <a:buNone/>
              <a:defRPr sz="1100"/>
            </a:lvl3pPr>
            <a:lvl4pPr marL="1371416" indent="0">
              <a:buNone/>
              <a:defRPr sz="1100"/>
            </a:lvl4pPr>
            <a:lvl5pPr marL="1828556" indent="0">
              <a:buNone/>
              <a:defRPr sz="1100"/>
            </a:lvl5pPr>
          </a:lstStyle>
          <a:p>
            <a:pPr lvl="0"/>
            <a:r>
              <a:rPr kumimoji="1" lang="ja-JP" altLang="en-US" dirty="0"/>
              <a:t>テキストを入力</a:t>
            </a:r>
          </a:p>
        </p:txBody>
      </p:sp>
      <p:sp>
        <p:nvSpPr>
          <p:cNvPr id="58" name="テキスト プレースホルダー 47">
            <a:extLst>
              <a:ext uri="{FF2B5EF4-FFF2-40B4-BE49-F238E27FC236}">
                <a16:creationId xmlns:a16="http://schemas.microsoft.com/office/drawing/2014/main" id="{1C5234B0-D04B-A7B1-9A1E-D8CAEEDCC4D3}"/>
              </a:ext>
            </a:extLst>
          </p:cNvPr>
          <p:cNvSpPr>
            <a:spLocks noGrp="1"/>
          </p:cNvSpPr>
          <p:nvPr>
            <p:ph type="body" sz="quarter" idx="20" hasCustomPrompt="1"/>
          </p:nvPr>
        </p:nvSpPr>
        <p:spPr>
          <a:xfrm>
            <a:off x="8528856" y="4679543"/>
            <a:ext cx="3039530" cy="833669"/>
          </a:xfrm>
          <a:prstGeom prst="rect">
            <a:avLst/>
          </a:prstGeom>
        </p:spPr>
        <p:txBody>
          <a:bodyPr/>
          <a:lstStyle>
            <a:lvl1pPr marL="171450" indent="-171450">
              <a:buFont typeface="Arial" panose="020B0604020202020204" pitchFamily="34" charset="0"/>
              <a:buChar char="•"/>
              <a:defRPr sz="1000">
                <a:ea typeface="SST Japanese Pro Regular" panose="020B0504030504020204"/>
              </a:defRPr>
            </a:lvl1pPr>
            <a:lvl2pPr marL="457138" indent="0">
              <a:buNone/>
              <a:defRPr sz="1100"/>
            </a:lvl2pPr>
            <a:lvl3pPr marL="914277" indent="0">
              <a:buNone/>
              <a:defRPr sz="1100"/>
            </a:lvl3pPr>
            <a:lvl4pPr marL="1371416" indent="0">
              <a:buNone/>
              <a:defRPr sz="1100"/>
            </a:lvl4pPr>
            <a:lvl5pPr marL="1828556" indent="0">
              <a:buNone/>
              <a:defRPr sz="1100"/>
            </a:lvl5pPr>
          </a:lstStyle>
          <a:p>
            <a:pPr lvl="0"/>
            <a:r>
              <a:rPr kumimoji="1" lang="ja-JP" altLang="en-US" dirty="0"/>
              <a:t>テキストを入力</a:t>
            </a:r>
          </a:p>
        </p:txBody>
      </p:sp>
      <p:cxnSp>
        <p:nvCxnSpPr>
          <p:cNvPr id="59" name="直線コネクタ 58">
            <a:extLst>
              <a:ext uri="{FF2B5EF4-FFF2-40B4-BE49-F238E27FC236}">
                <a16:creationId xmlns:a16="http://schemas.microsoft.com/office/drawing/2014/main" id="{E97DCE5D-39C0-A0CB-271A-8A602527C7CA}"/>
              </a:ext>
            </a:extLst>
          </p:cNvPr>
          <p:cNvCxnSpPr>
            <a:cxnSpLocks/>
          </p:cNvCxnSpPr>
          <p:nvPr userDrawn="1"/>
        </p:nvCxnSpPr>
        <p:spPr>
          <a:xfrm>
            <a:off x="1422359" y="5691710"/>
            <a:ext cx="0" cy="388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テキスト プレースホルダー 47">
            <a:extLst>
              <a:ext uri="{FF2B5EF4-FFF2-40B4-BE49-F238E27FC236}">
                <a16:creationId xmlns:a16="http://schemas.microsoft.com/office/drawing/2014/main" id="{86C35BD3-61F6-45BE-F54D-A93E07BCA58D}"/>
              </a:ext>
            </a:extLst>
          </p:cNvPr>
          <p:cNvSpPr>
            <a:spLocks noGrp="1"/>
          </p:cNvSpPr>
          <p:nvPr>
            <p:ph type="body" sz="quarter" idx="21" hasCustomPrompt="1"/>
          </p:nvPr>
        </p:nvSpPr>
        <p:spPr>
          <a:xfrm>
            <a:off x="1546170" y="5656025"/>
            <a:ext cx="10024910" cy="424365"/>
          </a:xfrm>
          <a:prstGeom prst="rect">
            <a:avLst/>
          </a:prstGeom>
        </p:spPr>
        <p:txBody>
          <a:bodyPr/>
          <a:lstStyle>
            <a:lvl1pPr marL="0" indent="0">
              <a:buFont typeface="Arial" panose="020B0604020202020204" pitchFamily="34" charset="0"/>
              <a:buNone/>
              <a:defRPr sz="1000">
                <a:ea typeface="SST Japanese Pro Regular" panose="020B0504030504020204"/>
              </a:defRPr>
            </a:lvl1pPr>
            <a:lvl2pPr marL="457138" indent="0">
              <a:buNone/>
              <a:defRPr sz="1100"/>
            </a:lvl2pPr>
            <a:lvl3pPr marL="914277" indent="0">
              <a:buNone/>
              <a:defRPr sz="1100"/>
            </a:lvl3pPr>
            <a:lvl4pPr marL="1371416" indent="0">
              <a:buNone/>
              <a:defRPr sz="1100"/>
            </a:lvl4pPr>
            <a:lvl5pPr marL="1828556" indent="0">
              <a:buNone/>
              <a:defRPr sz="1100"/>
            </a:lvl5pPr>
          </a:lstStyle>
          <a:p>
            <a:pPr lvl="0"/>
            <a:r>
              <a:rPr kumimoji="1" lang="ja-JP" altLang="en-US" dirty="0"/>
              <a:t>テキストを入力</a:t>
            </a:r>
          </a:p>
        </p:txBody>
      </p:sp>
      <p:sp>
        <p:nvSpPr>
          <p:cNvPr id="63" name="図プレースホルダー 62">
            <a:extLst>
              <a:ext uri="{FF2B5EF4-FFF2-40B4-BE49-F238E27FC236}">
                <a16:creationId xmlns:a16="http://schemas.microsoft.com/office/drawing/2014/main" id="{104E11E1-8450-0717-DBB2-863F2DF556A8}"/>
              </a:ext>
            </a:extLst>
          </p:cNvPr>
          <p:cNvSpPr>
            <a:spLocks noGrp="1"/>
          </p:cNvSpPr>
          <p:nvPr>
            <p:ph type="pic" sz="quarter" idx="22" hasCustomPrompt="1"/>
          </p:nvPr>
        </p:nvSpPr>
        <p:spPr>
          <a:xfrm>
            <a:off x="3488925" y="2509190"/>
            <a:ext cx="1659920" cy="1228725"/>
          </a:xfrm>
          <a:prstGeom prst="rect">
            <a:avLst/>
          </a:prstGeom>
        </p:spPr>
        <p:txBody>
          <a:bodyPr/>
          <a:lstStyle>
            <a:lvl1pPr marL="0" indent="0">
              <a:buNone/>
              <a:defRPr sz="1100">
                <a:ea typeface="SST Japanese Pro Regular" panose="020B0504030504020204"/>
              </a:defRPr>
            </a:lvl1pPr>
          </a:lstStyle>
          <a:p>
            <a:r>
              <a:rPr kumimoji="1" lang="ja-JP" altLang="en-US" sz="1100" dirty="0">
                <a:ea typeface="SST Japanese Pro Regular" panose="020B0504030504020204"/>
              </a:rPr>
              <a:t>イメージ</a:t>
            </a:r>
            <a:endParaRPr kumimoji="1" lang="ja-JP" altLang="en-US" dirty="0"/>
          </a:p>
        </p:txBody>
      </p:sp>
      <p:sp>
        <p:nvSpPr>
          <p:cNvPr id="64" name="図プレースホルダー 62">
            <a:extLst>
              <a:ext uri="{FF2B5EF4-FFF2-40B4-BE49-F238E27FC236}">
                <a16:creationId xmlns:a16="http://schemas.microsoft.com/office/drawing/2014/main" id="{FA732DAE-8B3C-6463-5DBA-92B2831C227F}"/>
              </a:ext>
            </a:extLst>
          </p:cNvPr>
          <p:cNvSpPr>
            <a:spLocks noGrp="1"/>
          </p:cNvSpPr>
          <p:nvPr>
            <p:ph type="pic" sz="quarter" idx="23" hasCustomPrompt="1"/>
          </p:nvPr>
        </p:nvSpPr>
        <p:spPr>
          <a:xfrm>
            <a:off x="10241281" y="1221971"/>
            <a:ext cx="1327106" cy="796752"/>
          </a:xfrm>
          <a:prstGeom prst="rect">
            <a:avLst/>
          </a:prstGeom>
        </p:spPr>
        <p:txBody>
          <a:bodyPr/>
          <a:lstStyle>
            <a:lvl1pPr marL="0" indent="0">
              <a:buNone/>
              <a:defRPr sz="1100">
                <a:ea typeface="SST Japanese Pro Regular" panose="020B0504030504020204"/>
              </a:defRPr>
            </a:lvl1pPr>
          </a:lstStyle>
          <a:p>
            <a:r>
              <a:rPr kumimoji="1" lang="ja-JP" altLang="en-US" sz="1100" dirty="0">
                <a:ea typeface="SST Japanese Pro Regular" panose="020B0504030504020204"/>
              </a:rPr>
              <a:t>イメージ</a:t>
            </a:r>
            <a:endParaRPr kumimoji="1" lang="ja-JP" altLang="en-US" dirty="0"/>
          </a:p>
        </p:txBody>
      </p:sp>
    </p:spTree>
    <p:extLst>
      <p:ext uri="{BB962C8B-B14F-4D97-AF65-F5344CB8AC3E}">
        <p14:creationId xmlns:p14="http://schemas.microsoft.com/office/powerpoint/2010/main" val="2259315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15">
          <p15:clr>
            <a:srgbClr val="FBAE40"/>
          </p15:clr>
        </p15:guide>
        <p15:guide id="3" pos="7473">
          <p15:clr>
            <a:srgbClr val="FBAE40"/>
          </p15:clr>
        </p15:guide>
        <p15:guide id="4" orient="horz" pos="210">
          <p15:clr>
            <a:srgbClr val="FBAE40"/>
          </p15:clr>
        </p15:guide>
        <p15:guide id="5" orient="horz" pos="437">
          <p15:clr>
            <a:srgbClr val="FBAE40"/>
          </p15:clr>
        </p15:guide>
        <p15:guide id="6" orient="horz" pos="890">
          <p15:clr>
            <a:srgbClr val="FBAE40"/>
          </p15:clr>
        </p15:guide>
        <p15:guide id="7" orient="horz" pos="411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ユーザー設定レイアウト">
  <p:cSld name="1_ユーザー設定レイアウト">
    <p:spTree>
      <p:nvGrpSpPr>
        <p:cNvPr id="1" name="Shape 17"/>
        <p:cNvGrpSpPr/>
        <p:nvPr/>
      </p:nvGrpSpPr>
      <p:grpSpPr>
        <a:xfrm>
          <a:off x="0" y="0"/>
          <a:ext cx="0" cy="0"/>
          <a:chOff x="0" y="0"/>
          <a:chExt cx="0" cy="0"/>
        </a:xfrm>
      </p:grpSpPr>
      <p:sp>
        <p:nvSpPr>
          <p:cNvPr id="18" name="Google Shape;18;p18"/>
          <p:cNvSpPr/>
          <p:nvPr/>
        </p:nvSpPr>
        <p:spPr>
          <a:xfrm>
            <a:off x="0" y="0"/>
            <a:ext cx="12192000" cy="6957392"/>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 name="Google Shape;19;p18"/>
          <p:cNvSpPr txBox="1">
            <a:spLocks noGrp="1"/>
          </p:cNvSpPr>
          <p:nvPr>
            <p:ph type="title"/>
          </p:nvPr>
        </p:nvSpPr>
        <p:spPr>
          <a:xfrm>
            <a:off x="979186" y="2924943"/>
            <a:ext cx="10273131" cy="1517181"/>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3200" b="1" i="0" u="none" strike="noStrike" cap="none">
                <a:solidFill>
                  <a:srgbClr val="0E0E3A"/>
                </a:solidFill>
                <a:latin typeface="Arial"/>
                <a:ea typeface="Arial"/>
                <a:cs typeface="Arial"/>
                <a:sym typeface="Arial"/>
              </a:defRPr>
            </a:lvl1pPr>
            <a:lvl2pPr marR="0" lvl="1" algn="l" rtl="0">
              <a:spcBef>
                <a:spcPts val="0"/>
              </a:spcBef>
              <a:spcAft>
                <a:spcPts val="0"/>
              </a:spcAft>
              <a:buSzPts val="1400"/>
              <a:buNone/>
              <a:defRPr sz="2600" b="1" i="0" u="none" strike="noStrike" cap="none">
                <a:solidFill>
                  <a:srgbClr val="0E0E3A"/>
                </a:solidFill>
                <a:latin typeface="Tahoma"/>
                <a:ea typeface="Tahoma"/>
                <a:cs typeface="Tahoma"/>
                <a:sym typeface="Tahoma"/>
              </a:defRPr>
            </a:lvl2pPr>
            <a:lvl3pPr marR="0" lvl="2" algn="l" rtl="0">
              <a:spcBef>
                <a:spcPts val="0"/>
              </a:spcBef>
              <a:spcAft>
                <a:spcPts val="0"/>
              </a:spcAft>
              <a:buSzPts val="1400"/>
              <a:buNone/>
              <a:defRPr sz="2600" b="1" i="0" u="none" strike="noStrike" cap="none">
                <a:solidFill>
                  <a:srgbClr val="0E0E3A"/>
                </a:solidFill>
                <a:latin typeface="Tahoma"/>
                <a:ea typeface="Tahoma"/>
                <a:cs typeface="Tahoma"/>
                <a:sym typeface="Tahoma"/>
              </a:defRPr>
            </a:lvl3pPr>
            <a:lvl4pPr marR="0" lvl="3" algn="l" rtl="0">
              <a:spcBef>
                <a:spcPts val="0"/>
              </a:spcBef>
              <a:spcAft>
                <a:spcPts val="0"/>
              </a:spcAft>
              <a:buSzPts val="1400"/>
              <a:buNone/>
              <a:defRPr sz="2600" b="1" i="0" u="none" strike="noStrike" cap="none">
                <a:solidFill>
                  <a:srgbClr val="0E0E3A"/>
                </a:solidFill>
                <a:latin typeface="Tahoma"/>
                <a:ea typeface="Tahoma"/>
                <a:cs typeface="Tahoma"/>
                <a:sym typeface="Tahoma"/>
              </a:defRPr>
            </a:lvl4pPr>
            <a:lvl5pPr marR="0" lvl="4" algn="l" rtl="0">
              <a:spcBef>
                <a:spcPts val="0"/>
              </a:spcBef>
              <a:spcAft>
                <a:spcPts val="0"/>
              </a:spcAft>
              <a:buSzPts val="1400"/>
              <a:buNone/>
              <a:defRPr sz="2600" b="1" i="0" u="none" strike="noStrike" cap="none">
                <a:solidFill>
                  <a:srgbClr val="0E0E3A"/>
                </a:solidFill>
                <a:latin typeface="Tahoma"/>
                <a:ea typeface="Tahoma"/>
                <a:cs typeface="Tahoma"/>
                <a:sym typeface="Tahoma"/>
              </a:defRPr>
            </a:lvl5pPr>
            <a:lvl6pPr marR="0" lvl="5" algn="l" rtl="0">
              <a:spcBef>
                <a:spcPts val="0"/>
              </a:spcBef>
              <a:spcAft>
                <a:spcPts val="0"/>
              </a:spcAft>
              <a:buSzPts val="1400"/>
              <a:buNone/>
              <a:defRPr sz="3000" b="1"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3000" b="1"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3000" b="1"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3000" b="1" i="0" u="none" strike="noStrike" cap="none">
                <a:solidFill>
                  <a:schemeClr val="dk1"/>
                </a:solidFill>
                <a:latin typeface="Tahoma"/>
                <a:ea typeface="Tahoma"/>
                <a:cs typeface="Tahoma"/>
                <a:sym typeface="Tahoma"/>
              </a:defRPr>
            </a:lvl9pPr>
          </a:lstStyle>
          <a:p>
            <a:endParaRPr/>
          </a:p>
        </p:txBody>
      </p:sp>
      <p:sp>
        <p:nvSpPr>
          <p:cNvPr id="20" name="Google Shape;20;p18"/>
          <p:cNvSpPr txBox="1">
            <a:spLocks noGrp="1"/>
          </p:cNvSpPr>
          <p:nvPr>
            <p:ph type="body" idx="1"/>
          </p:nvPr>
        </p:nvSpPr>
        <p:spPr>
          <a:xfrm>
            <a:off x="979186" y="5008165"/>
            <a:ext cx="6049433" cy="1008063"/>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320"/>
              </a:spcBef>
              <a:spcAft>
                <a:spcPts val="0"/>
              </a:spcAft>
              <a:buClr>
                <a:srgbClr val="0E0E3A"/>
              </a:buClr>
              <a:buSzPts val="1600"/>
              <a:buFont typeface="Arial"/>
              <a:buNone/>
              <a:defRPr sz="1600" b="0" i="0" u="none" strike="noStrike" cap="none">
                <a:solidFill>
                  <a:srgbClr val="0E0E3A"/>
                </a:solidFill>
                <a:latin typeface="Arial"/>
                <a:ea typeface="Arial"/>
                <a:cs typeface="Arial"/>
                <a:sym typeface="Arial"/>
              </a:defRPr>
            </a:lvl1pPr>
            <a:lvl2pPr marL="914400" marR="0" lvl="1" indent="-406400" algn="l" rtl="0">
              <a:spcBef>
                <a:spcPts val="560"/>
              </a:spcBef>
              <a:spcAft>
                <a:spcPts val="0"/>
              </a:spcAft>
              <a:buClr>
                <a:srgbClr val="0E0E3A"/>
              </a:buClr>
              <a:buSzPts val="2800"/>
              <a:buFont typeface="Arial"/>
              <a:buChar char="–"/>
              <a:defRPr sz="2800" b="0" i="0" u="none" strike="noStrike" cap="none">
                <a:solidFill>
                  <a:srgbClr val="0E0E3A"/>
                </a:solidFill>
                <a:latin typeface="Calibri"/>
                <a:ea typeface="Calibri"/>
                <a:cs typeface="Calibri"/>
                <a:sym typeface="Calibri"/>
              </a:defRPr>
            </a:lvl2pPr>
            <a:lvl3pPr marL="1371600" marR="0" lvl="2" indent="-381000" algn="l" rtl="0">
              <a:spcBef>
                <a:spcPts val="480"/>
              </a:spcBef>
              <a:spcAft>
                <a:spcPts val="0"/>
              </a:spcAft>
              <a:buClr>
                <a:srgbClr val="0E0E3A"/>
              </a:buClr>
              <a:buSzPts val="2400"/>
              <a:buFont typeface="Arial"/>
              <a:buChar char="•"/>
              <a:defRPr sz="2400" b="0" i="0" u="none" strike="noStrike" cap="none">
                <a:solidFill>
                  <a:srgbClr val="0E0E3A"/>
                </a:solidFill>
                <a:latin typeface="Calibri"/>
                <a:ea typeface="Calibri"/>
                <a:cs typeface="Calibri"/>
                <a:sym typeface="Calibri"/>
              </a:defRPr>
            </a:lvl3pPr>
            <a:lvl4pPr marL="1828800" marR="0" lvl="3" indent="-355600" algn="l" rtl="0">
              <a:spcBef>
                <a:spcPts val="400"/>
              </a:spcBef>
              <a:spcAft>
                <a:spcPts val="0"/>
              </a:spcAft>
              <a:buClr>
                <a:srgbClr val="0E0E3A"/>
              </a:buClr>
              <a:buSzPts val="2000"/>
              <a:buFont typeface="Arial"/>
              <a:buChar char="–"/>
              <a:defRPr sz="2000" b="0" i="0" u="none" strike="noStrike" cap="none">
                <a:solidFill>
                  <a:srgbClr val="0E0E3A"/>
                </a:solidFill>
                <a:latin typeface="Calibri"/>
                <a:ea typeface="Calibri"/>
                <a:cs typeface="Calibri"/>
                <a:sym typeface="Calibri"/>
              </a:defRPr>
            </a:lvl4pPr>
            <a:lvl5pPr marL="2286000" marR="0" lvl="4" indent="-342900" algn="l" rtl="0">
              <a:spcBef>
                <a:spcPts val="360"/>
              </a:spcBef>
              <a:spcAft>
                <a:spcPts val="0"/>
              </a:spcAft>
              <a:buClr>
                <a:srgbClr val="0E0E3A"/>
              </a:buClr>
              <a:buSzPts val="1800"/>
              <a:buFont typeface="Arial"/>
              <a:buChar char="»"/>
              <a:defRPr sz="1800" b="0" i="0" u="none" strike="noStrike" cap="none">
                <a:solidFill>
                  <a:srgbClr val="0E0E3A"/>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pic>
        <p:nvPicPr>
          <p:cNvPr id="21" name="Google Shape;21;p18"/>
          <p:cNvPicPr preferRelativeResize="0"/>
          <p:nvPr/>
        </p:nvPicPr>
        <p:blipFill rotWithShape="1">
          <a:blip r:embed="rId2">
            <a:alphaModFix/>
          </a:blip>
          <a:srcRect/>
          <a:stretch/>
        </p:blipFill>
        <p:spPr>
          <a:xfrm>
            <a:off x="979186" y="803570"/>
            <a:ext cx="1656184" cy="1656184"/>
          </a:xfrm>
          <a:prstGeom prst="rect">
            <a:avLst/>
          </a:prstGeom>
          <a:noFill/>
          <a:ln>
            <a:noFill/>
          </a:ln>
        </p:spPr>
      </p:pic>
    </p:spTree>
    <p:extLst>
      <p:ext uri="{BB962C8B-B14F-4D97-AF65-F5344CB8AC3E}">
        <p14:creationId xmlns:p14="http://schemas.microsoft.com/office/powerpoint/2010/main" val="262314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タイトルとコンテンツ" type="obj">
  <p:cSld name="タイトルとコンテンツ">
    <p:spTree>
      <p:nvGrpSpPr>
        <p:cNvPr id="1" name="Shape 44"/>
        <p:cNvGrpSpPr/>
        <p:nvPr/>
      </p:nvGrpSpPr>
      <p:grpSpPr>
        <a:xfrm>
          <a:off x="0" y="0"/>
          <a:ext cx="0" cy="0"/>
          <a:chOff x="0" y="0"/>
          <a:chExt cx="0" cy="0"/>
        </a:xfrm>
      </p:grpSpPr>
      <p:sp>
        <p:nvSpPr>
          <p:cNvPr id="45" name="Google Shape;45;p20"/>
          <p:cNvSpPr txBox="1">
            <a:spLocks noGrp="1"/>
          </p:cNvSpPr>
          <p:nvPr>
            <p:ph type="title"/>
          </p:nvPr>
        </p:nvSpPr>
        <p:spPr>
          <a:xfrm>
            <a:off x="431375" y="358784"/>
            <a:ext cx="10177131" cy="4476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400" b="1" i="0" u="none" strike="noStrike" cap="none">
                <a:solidFill>
                  <a:srgbClr val="0E0E3A"/>
                </a:solidFill>
                <a:latin typeface="Arial"/>
                <a:ea typeface="Arial"/>
                <a:cs typeface="Arial"/>
                <a:sym typeface="Arial"/>
              </a:defRPr>
            </a:lvl1pPr>
            <a:lvl2pPr marR="0" lvl="1" algn="l" rtl="0">
              <a:spcBef>
                <a:spcPts val="0"/>
              </a:spcBef>
              <a:spcAft>
                <a:spcPts val="0"/>
              </a:spcAft>
              <a:buSzPts val="1400"/>
              <a:buNone/>
              <a:defRPr sz="2600" b="1" i="0" u="none" strike="noStrike" cap="none">
                <a:solidFill>
                  <a:srgbClr val="0E0E3A"/>
                </a:solidFill>
                <a:latin typeface="Tahoma"/>
                <a:ea typeface="Tahoma"/>
                <a:cs typeface="Tahoma"/>
                <a:sym typeface="Tahoma"/>
              </a:defRPr>
            </a:lvl2pPr>
            <a:lvl3pPr marR="0" lvl="2" algn="l" rtl="0">
              <a:spcBef>
                <a:spcPts val="0"/>
              </a:spcBef>
              <a:spcAft>
                <a:spcPts val="0"/>
              </a:spcAft>
              <a:buSzPts val="1400"/>
              <a:buNone/>
              <a:defRPr sz="2600" b="1" i="0" u="none" strike="noStrike" cap="none">
                <a:solidFill>
                  <a:srgbClr val="0E0E3A"/>
                </a:solidFill>
                <a:latin typeface="Tahoma"/>
                <a:ea typeface="Tahoma"/>
                <a:cs typeface="Tahoma"/>
                <a:sym typeface="Tahoma"/>
              </a:defRPr>
            </a:lvl3pPr>
            <a:lvl4pPr marR="0" lvl="3" algn="l" rtl="0">
              <a:spcBef>
                <a:spcPts val="0"/>
              </a:spcBef>
              <a:spcAft>
                <a:spcPts val="0"/>
              </a:spcAft>
              <a:buSzPts val="1400"/>
              <a:buNone/>
              <a:defRPr sz="2600" b="1" i="0" u="none" strike="noStrike" cap="none">
                <a:solidFill>
                  <a:srgbClr val="0E0E3A"/>
                </a:solidFill>
                <a:latin typeface="Tahoma"/>
                <a:ea typeface="Tahoma"/>
                <a:cs typeface="Tahoma"/>
                <a:sym typeface="Tahoma"/>
              </a:defRPr>
            </a:lvl4pPr>
            <a:lvl5pPr marR="0" lvl="4" algn="l" rtl="0">
              <a:spcBef>
                <a:spcPts val="0"/>
              </a:spcBef>
              <a:spcAft>
                <a:spcPts val="0"/>
              </a:spcAft>
              <a:buSzPts val="1400"/>
              <a:buNone/>
              <a:defRPr sz="2600" b="1" i="0" u="none" strike="noStrike" cap="none">
                <a:solidFill>
                  <a:srgbClr val="0E0E3A"/>
                </a:solidFill>
                <a:latin typeface="Tahoma"/>
                <a:ea typeface="Tahoma"/>
                <a:cs typeface="Tahoma"/>
                <a:sym typeface="Tahoma"/>
              </a:defRPr>
            </a:lvl5pPr>
            <a:lvl6pPr marR="0" lvl="5" algn="l" rtl="0">
              <a:spcBef>
                <a:spcPts val="0"/>
              </a:spcBef>
              <a:spcAft>
                <a:spcPts val="0"/>
              </a:spcAft>
              <a:buSzPts val="1400"/>
              <a:buNone/>
              <a:defRPr sz="3000" b="1"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3000" b="1"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3000" b="1"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3000" b="1" i="0" u="none" strike="noStrike" cap="none">
                <a:solidFill>
                  <a:schemeClr val="dk1"/>
                </a:solidFill>
                <a:latin typeface="Tahoma"/>
                <a:ea typeface="Tahoma"/>
                <a:cs typeface="Tahoma"/>
                <a:sym typeface="Tahoma"/>
              </a:defRPr>
            </a:lvl9pPr>
          </a:lstStyle>
          <a:p>
            <a:endParaRPr/>
          </a:p>
        </p:txBody>
      </p:sp>
      <p:sp>
        <p:nvSpPr>
          <p:cNvPr id="46" name="Google Shape;46;p20"/>
          <p:cNvSpPr txBox="1">
            <a:spLocks noGrp="1"/>
          </p:cNvSpPr>
          <p:nvPr>
            <p:ph type="body" idx="1"/>
          </p:nvPr>
        </p:nvSpPr>
        <p:spPr>
          <a:xfrm>
            <a:off x="609600" y="2060848"/>
            <a:ext cx="10972800" cy="4065316"/>
          </a:xfrm>
          <a:prstGeom prst="rect">
            <a:avLst/>
          </a:prstGeom>
          <a:noFill/>
          <a:ln>
            <a:noFill/>
          </a:ln>
        </p:spPr>
        <p:txBody>
          <a:bodyPr spcFirstLastPara="1" wrap="square" lIns="91425" tIns="45700" rIns="91425" bIns="45700" anchor="t" anchorCtr="0">
            <a:noAutofit/>
          </a:bodyPr>
          <a:lstStyle>
            <a:lvl1pPr marL="457200" marR="0" lvl="0" indent="-355600" algn="l" rtl="0">
              <a:spcBef>
                <a:spcPts val="400"/>
              </a:spcBef>
              <a:spcAft>
                <a:spcPts val="0"/>
              </a:spcAft>
              <a:buClr>
                <a:srgbClr val="0E0E3A"/>
              </a:buClr>
              <a:buSzPts val="2000"/>
              <a:buFont typeface="Arial"/>
              <a:buChar char="•"/>
              <a:defRPr sz="2000" b="0" i="0" u="none" strike="noStrike" cap="none">
                <a:solidFill>
                  <a:srgbClr val="0E0E3A"/>
                </a:solidFill>
                <a:latin typeface="Arial"/>
                <a:ea typeface="Arial"/>
                <a:cs typeface="Arial"/>
                <a:sym typeface="Arial"/>
              </a:defRPr>
            </a:lvl1pPr>
            <a:lvl2pPr marL="914400" marR="0" lvl="1" indent="-342900" algn="l" rtl="0">
              <a:spcBef>
                <a:spcPts val="360"/>
              </a:spcBef>
              <a:spcAft>
                <a:spcPts val="0"/>
              </a:spcAft>
              <a:buClr>
                <a:srgbClr val="0E0E3A"/>
              </a:buClr>
              <a:buSzPts val="1800"/>
              <a:buFont typeface="Arial"/>
              <a:buChar char="–"/>
              <a:defRPr sz="1800" b="0" i="0" u="none" strike="noStrike" cap="none">
                <a:solidFill>
                  <a:srgbClr val="0E0E3A"/>
                </a:solidFill>
                <a:latin typeface="Arial"/>
                <a:ea typeface="Arial"/>
                <a:cs typeface="Arial"/>
                <a:sym typeface="Arial"/>
              </a:defRPr>
            </a:lvl2pPr>
            <a:lvl3pPr marL="1371600" marR="0" lvl="2" indent="-330200" algn="l" rtl="0">
              <a:spcBef>
                <a:spcPts val="320"/>
              </a:spcBef>
              <a:spcAft>
                <a:spcPts val="0"/>
              </a:spcAft>
              <a:buClr>
                <a:srgbClr val="0E0E3A"/>
              </a:buClr>
              <a:buSzPts val="1600"/>
              <a:buFont typeface="Arial"/>
              <a:buChar char="•"/>
              <a:defRPr sz="1600" b="0" i="0" u="none" strike="noStrike" cap="none">
                <a:solidFill>
                  <a:srgbClr val="0E0E3A"/>
                </a:solidFill>
                <a:latin typeface="Arial"/>
                <a:ea typeface="Arial"/>
                <a:cs typeface="Arial"/>
                <a:sym typeface="Arial"/>
              </a:defRPr>
            </a:lvl3pPr>
            <a:lvl4pPr marL="1828800" marR="0" lvl="3" indent="-317500" algn="l" rtl="0">
              <a:spcBef>
                <a:spcPts val="280"/>
              </a:spcBef>
              <a:spcAft>
                <a:spcPts val="0"/>
              </a:spcAft>
              <a:buClr>
                <a:srgbClr val="0E0E3A"/>
              </a:buClr>
              <a:buSzPts val="1400"/>
              <a:buFont typeface="Arial"/>
              <a:buChar char="–"/>
              <a:defRPr sz="1400" b="0" i="0" u="none" strike="noStrike" cap="none">
                <a:solidFill>
                  <a:srgbClr val="0E0E3A"/>
                </a:solidFill>
                <a:latin typeface="Arial"/>
                <a:ea typeface="Arial"/>
                <a:cs typeface="Arial"/>
                <a:sym typeface="Arial"/>
              </a:defRPr>
            </a:lvl4pPr>
            <a:lvl5pPr marL="2286000" marR="0" lvl="4" indent="-304800" algn="l" rtl="0">
              <a:spcBef>
                <a:spcPts val="240"/>
              </a:spcBef>
              <a:spcAft>
                <a:spcPts val="0"/>
              </a:spcAft>
              <a:buClr>
                <a:srgbClr val="0E0E3A"/>
              </a:buClr>
              <a:buSzPts val="1200"/>
              <a:buFont typeface="Arial"/>
              <a:buChar char="»"/>
              <a:defRPr sz="1200" b="0" i="0" u="none" strike="noStrike" cap="none">
                <a:solidFill>
                  <a:srgbClr val="0E0E3A"/>
                </a:solidFill>
                <a:latin typeface="Arial"/>
                <a:ea typeface="Arial"/>
                <a:cs typeface="Arial"/>
                <a:sym typeface="Arial"/>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47" name="Google Shape;47;p20"/>
          <p:cNvSpPr txBox="1">
            <a:spLocks noGrp="1"/>
          </p:cNvSpPr>
          <p:nvPr>
            <p:ph type="body" idx="2"/>
          </p:nvPr>
        </p:nvSpPr>
        <p:spPr>
          <a:xfrm>
            <a:off x="609600" y="1052737"/>
            <a:ext cx="10972800" cy="792088"/>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00"/>
              </a:spcBef>
              <a:spcAft>
                <a:spcPts val="0"/>
              </a:spcAft>
              <a:buClr>
                <a:srgbClr val="336600"/>
              </a:buClr>
              <a:buSzPts val="2000"/>
              <a:buFont typeface="Arial"/>
              <a:buNone/>
              <a:defRPr sz="2000" b="1" i="0" u="none" strike="noStrike" cap="none">
                <a:solidFill>
                  <a:srgbClr val="336600"/>
                </a:solidFill>
                <a:latin typeface="Arial"/>
                <a:ea typeface="Arial"/>
                <a:cs typeface="Arial"/>
                <a:sym typeface="Arial"/>
              </a:defRPr>
            </a:lvl1pPr>
            <a:lvl2pPr marL="914400" marR="0" lvl="1" indent="-342900" algn="l" rtl="0">
              <a:spcBef>
                <a:spcPts val="360"/>
              </a:spcBef>
              <a:spcAft>
                <a:spcPts val="0"/>
              </a:spcAft>
              <a:buClr>
                <a:srgbClr val="0E0E3A"/>
              </a:buClr>
              <a:buSzPts val="1800"/>
              <a:buFont typeface="Arial"/>
              <a:buChar char="–"/>
              <a:defRPr sz="1800" b="0" i="0" u="none" strike="noStrike" cap="none">
                <a:solidFill>
                  <a:srgbClr val="0E0E3A"/>
                </a:solidFill>
                <a:latin typeface="Arial"/>
                <a:ea typeface="Arial"/>
                <a:cs typeface="Arial"/>
                <a:sym typeface="Arial"/>
              </a:defRPr>
            </a:lvl2pPr>
            <a:lvl3pPr marL="1371600" marR="0" lvl="2" indent="-330200" algn="l" rtl="0">
              <a:spcBef>
                <a:spcPts val="320"/>
              </a:spcBef>
              <a:spcAft>
                <a:spcPts val="0"/>
              </a:spcAft>
              <a:buClr>
                <a:srgbClr val="0E0E3A"/>
              </a:buClr>
              <a:buSzPts val="1600"/>
              <a:buFont typeface="Arial"/>
              <a:buChar char="•"/>
              <a:defRPr sz="1600" b="0" i="0" u="none" strike="noStrike" cap="none">
                <a:solidFill>
                  <a:srgbClr val="0E0E3A"/>
                </a:solidFill>
                <a:latin typeface="Arial"/>
                <a:ea typeface="Arial"/>
                <a:cs typeface="Arial"/>
                <a:sym typeface="Arial"/>
              </a:defRPr>
            </a:lvl3pPr>
            <a:lvl4pPr marL="1828800" marR="0" lvl="3" indent="-317500" algn="l" rtl="0">
              <a:spcBef>
                <a:spcPts val="280"/>
              </a:spcBef>
              <a:spcAft>
                <a:spcPts val="0"/>
              </a:spcAft>
              <a:buClr>
                <a:srgbClr val="0E0E3A"/>
              </a:buClr>
              <a:buSzPts val="1400"/>
              <a:buFont typeface="Arial"/>
              <a:buChar char="–"/>
              <a:defRPr sz="1400" b="0" i="0" u="none" strike="noStrike" cap="none">
                <a:solidFill>
                  <a:srgbClr val="0E0E3A"/>
                </a:solidFill>
                <a:latin typeface="Arial"/>
                <a:ea typeface="Arial"/>
                <a:cs typeface="Arial"/>
                <a:sym typeface="Arial"/>
              </a:defRPr>
            </a:lvl4pPr>
            <a:lvl5pPr marL="2286000" marR="0" lvl="4" indent="-304800" algn="l" rtl="0">
              <a:spcBef>
                <a:spcPts val="240"/>
              </a:spcBef>
              <a:spcAft>
                <a:spcPts val="0"/>
              </a:spcAft>
              <a:buClr>
                <a:srgbClr val="0E0E3A"/>
              </a:buClr>
              <a:buSzPts val="1200"/>
              <a:buFont typeface="Arial"/>
              <a:buChar char="»"/>
              <a:defRPr sz="1200" b="0" i="0" u="none" strike="noStrike" cap="none">
                <a:solidFill>
                  <a:srgbClr val="0E0E3A"/>
                </a:solidFill>
                <a:latin typeface="Arial"/>
                <a:ea typeface="Arial"/>
                <a:cs typeface="Arial"/>
                <a:sym typeface="Arial"/>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1178988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新チャプター">
  <p:cSld name="新チャプター">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730557" y="3789040"/>
            <a:ext cx="10273131" cy="93610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800" b="1" i="0" u="none" strike="noStrike" cap="none">
                <a:solidFill>
                  <a:srgbClr val="0E0E3A"/>
                </a:solidFill>
                <a:latin typeface="Arial"/>
                <a:ea typeface="Arial"/>
                <a:cs typeface="Arial"/>
                <a:sym typeface="Arial"/>
              </a:defRPr>
            </a:lvl1pPr>
            <a:lvl2pPr marR="0" lvl="1" algn="l" rtl="0">
              <a:spcBef>
                <a:spcPts val="0"/>
              </a:spcBef>
              <a:spcAft>
                <a:spcPts val="0"/>
              </a:spcAft>
              <a:buSzPts val="1400"/>
              <a:buNone/>
              <a:defRPr sz="2600" b="1" i="0" u="none" strike="noStrike" cap="none">
                <a:solidFill>
                  <a:srgbClr val="0E0E3A"/>
                </a:solidFill>
                <a:latin typeface="Tahoma"/>
                <a:ea typeface="Tahoma"/>
                <a:cs typeface="Tahoma"/>
                <a:sym typeface="Tahoma"/>
              </a:defRPr>
            </a:lvl2pPr>
            <a:lvl3pPr marR="0" lvl="2" algn="l" rtl="0">
              <a:spcBef>
                <a:spcPts val="0"/>
              </a:spcBef>
              <a:spcAft>
                <a:spcPts val="0"/>
              </a:spcAft>
              <a:buSzPts val="1400"/>
              <a:buNone/>
              <a:defRPr sz="2600" b="1" i="0" u="none" strike="noStrike" cap="none">
                <a:solidFill>
                  <a:srgbClr val="0E0E3A"/>
                </a:solidFill>
                <a:latin typeface="Tahoma"/>
                <a:ea typeface="Tahoma"/>
                <a:cs typeface="Tahoma"/>
                <a:sym typeface="Tahoma"/>
              </a:defRPr>
            </a:lvl3pPr>
            <a:lvl4pPr marR="0" lvl="3" algn="l" rtl="0">
              <a:spcBef>
                <a:spcPts val="0"/>
              </a:spcBef>
              <a:spcAft>
                <a:spcPts val="0"/>
              </a:spcAft>
              <a:buSzPts val="1400"/>
              <a:buNone/>
              <a:defRPr sz="2600" b="1" i="0" u="none" strike="noStrike" cap="none">
                <a:solidFill>
                  <a:srgbClr val="0E0E3A"/>
                </a:solidFill>
                <a:latin typeface="Tahoma"/>
                <a:ea typeface="Tahoma"/>
                <a:cs typeface="Tahoma"/>
                <a:sym typeface="Tahoma"/>
              </a:defRPr>
            </a:lvl4pPr>
            <a:lvl5pPr marR="0" lvl="4" algn="l" rtl="0">
              <a:spcBef>
                <a:spcPts val="0"/>
              </a:spcBef>
              <a:spcAft>
                <a:spcPts val="0"/>
              </a:spcAft>
              <a:buSzPts val="1400"/>
              <a:buNone/>
              <a:defRPr sz="2600" b="1" i="0" u="none" strike="noStrike" cap="none">
                <a:solidFill>
                  <a:srgbClr val="0E0E3A"/>
                </a:solidFill>
                <a:latin typeface="Tahoma"/>
                <a:ea typeface="Tahoma"/>
                <a:cs typeface="Tahoma"/>
                <a:sym typeface="Tahoma"/>
              </a:defRPr>
            </a:lvl5pPr>
            <a:lvl6pPr marR="0" lvl="5" algn="l" rtl="0">
              <a:spcBef>
                <a:spcPts val="0"/>
              </a:spcBef>
              <a:spcAft>
                <a:spcPts val="0"/>
              </a:spcAft>
              <a:buSzPts val="1400"/>
              <a:buNone/>
              <a:defRPr sz="3000" b="1"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3000" b="1"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3000" b="1"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3000" b="1" i="0" u="none" strike="noStrike" cap="none">
                <a:solidFill>
                  <a:schemeClr val="dk1"/>
                </a:solidFill>
                <a:latin typeface="Tahoma"/>
                <a:ea typeface="Tahoma"/>
                <a:cs typeface="Tahoma"/>
                <a:sym typeface="Tahoma"/>
              </a:defRPr>
            </a:lvl9pPr>
          </a:lstStyle>
          <a:p>
            <a:endParaRPr/>
          </a:p>
        </p:txBody>
      </p:sp>
    </p:spTree>
    <p:extLst>
      <p:ext uri="{BB962C8B-B14F-4D97-AF65-F5344CB8AC3E}">
        <p14:creationId xmlns:p14="http://schemas.microsoft.com/office/powerpoint/2010/main" val="3719211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_1段組み_サブ有り">
  <p:cSld name="3_1段組み_サブ有り">
    <p:spTree>
      <p:nvGrpSpPr>
        <p:cNvPr id="1" name="Shape 22"/>
        <p:cNvGrpSpPr/>
        <p:nvPr/>
      </p:nvGrpSpPr>
      <p:grpSpPr>
        <a:xfrm>
          <a:off x="0" y="0"/>
          <a:ext cx="0" cy="0"/>
          <a:chOff x="0" y="0"/>
          <a:chExt cx="0" cy="0"/>
        </a:xfrm>
      </p:grpSpPr>
      <p:sp>
        <p:nvSpPr>
          <p:cNvPr id="23" name="Google Shape;23;p19"/>
          <p:cNvSpPr txBox="1">
            <a:spLocks noGrp="1"/>
          </p:cNvSpPr>
          <p:nvPr>
            <p:ph type="body" idx="1"/>
          </p:nvPr>
        </p:nvSpPr>
        <p:spPr>
          <a:xfrm>
            <a:off x="323995" y="261382"/>
            <a:ext cx="11510085" cy="287271"/>
          </a:xfrm>
          <a:prstGeom prst="rect">
            <a:avLst/>
          </a:prstGeom>
          <a:noFill/>
          <a:ln>
            <a:noFill/>
          </a:ln>
        </p:spPr>
        <p:txBody>
          <a:bodyPr spcFirstLastPara="1" wrap="square" lIns="0" tIns="0" rIns="0" bIns="0" anchor="t" anchorCtr="0">
            <a:noAutofit/>
          </a:bodyPr>
          <a:lstStyle>
            <a:lvl1pPr marL="457200" marR="0" lvl="0" indent="-228600" algn="l" rtl="0">
              <a:spcBef>
                <a:spcPts val="480"/>
              </a:spcBef>
              <a:spcAft>
                <a:spcPts val="0"/>
              </a:spcAft>
              <a:buClr>
                <a:srgbClr val="10253F"/>
              </a:buClr>
              <a:buSzPts val="2398"/>
              <a:buFont typeface="Arial"/>
              <a:buNone/>
              <a:defRPr sz="2398" b="1" i="0" u="none" strike="noStrike" cap="none">
                <a:solidFill>
                  <a:srgbClr val="10253F"/>
                </a:solidFill>
                <a:latin typeface="Arial"/>
                <a:ea typeface="Arial"/>
                <a:cs typeface="Arial"/>
                <a:sym typeface="Arial"/>
              </a:defRPr>
            </a:lvl1pPr>
            <a:lvl2pPr marL="914400" marR="0" lvl="1" indent="-406400" algn="l" rtl="0">
              <a:spcBef>
                <a:spcPts val="560"/>
              </a:spcBef>
              <a:spcAft>
                <a:spcPts val="0"/>
              </a:spcAft>
              <a:buClr>
                <a:srgbClr val="0E0E3A"/>
              </a:buClr>
              <a:buSzPts val="2800"/>
              <a:buFont typeface="Arial"/>
              <a:buChar char="–"/>
              <a:defRPr sz="2800" b="0" i="0" u="none" strike="noStrike" cap="none">
                <a:solidFill>
                  <a:srgbClr val="0E0E3A"/>
                </a:solidFill>
                <a:latin typeface="Calibri"/>
                <a:ea typeface="Calibri"/>
                <a:cs typeface="Calibri"/>
                <a:sym typeface="Calibri"/>
              </a:defRPr>
            </a:lvl2pPr>
            <a:lvl3pPr marL="1371600" marR="0" lvl="2" indent="-381000" algn="l" rtl="0">
              <a:spcBef>
                <a:spcPts val="480"/>
              </a:spcBef>
              <a:spcAft>
                <a:spcPts val="0"/>
              </a:spcAft>
              <a:buClr>
                <a:srgbClr val="0E0E3A"/>
              </a:buClr>
              <a:buSzPts val="2400"/>
              <a:buFont typeface="Arial"/>
              <a:buChar char="•"/>
              <a:defRPr sz="2400" b="0" i="0" u="none" strike="noStrike" cap="none">
                <a:solidFill>
                  <a:srgbClr val="0E0E3A"/>
                </a:solidFill>
                <a:latin typeface="Calibri"/>
                <a:ea typeface="Calibri"/>
                <a:cs typeface="Calibri"/>
                <a:sym typeface="Calibri"/>
              </a:defRPr>
            </a:lvl3pPr>
            <a:lvl4pPr marL="1828800" marR="0" lvl="3" indent="-355600" algn="l" rtl="0">
              <a:spcBef>
                <a:spcPts val="400"/>
              </a:spcBef>
              <a:spcAft>
                <a:spcPts val="0"/>
              </a:spcAft>
              <a:buClr>
                <a:srgbClr val="0E0E3A"/>
              </a:buClr>
              <a:buSzPts val="2000"/>
              <a:buFont typeface="Arial"/>
              <a:buChar char="–"/>
              <a:defRPr sz="2000" b="0" i="0" u="none" strike="noStrike" cap="none">
                <a:solidFill>
                  <a:srgbClr val="0E0E3A"/>
                </a:solidFill>
                <a:latin typeface="Calibri"/>
                <a:ea typeface="Calibri"/>
                <a:cs typeface="Calibri"/>
                <a:sym typeface="Calibri"/>
              </a:defRPr>
            </a:lvl4pPr>
            <a:lvl5pPr marL="2286000" marR="0" lvl="4" indent="-342900" algn="l" rtl="0">
              <a:spcBef>
                <a:spcPts val="360"/>
              </a:spcBef>
              <a:spcAft>
                <a:spcPts val="0"/>
              </a:spcAft>
              <a:buClr>
                <a:srgbClr val="0E0E3A"/>
              </a:buClr>
              <a:buSzPts val="1800"/>
              <a:buFont typeface="Arial"/>
              <a:buChar char="»"/>
              <a:defRPr sz="1800" b="0" i="0" u="none" strike="noStrike" cap="none">
                <a:solidFill>
                  <a:srgbClr val="0E0E3A"/>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24" name="Google Shape;24;p19"/>
          <p:cNvSpPr txBox="1"/>
          <p:nvPr/>
        </p:nvSpPr>
        <p:spPr>
          <a:xfrm>
            <a:off x="3822247" y="6160088"/>
            <a:ext cx="8029762" cy="246221"/>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000" b="0" i="0" u="none" strike="noStrike" kern="0" cap="none" spc="0" normalizeH="0" baseline="0" noProof="0">
                <a:ln>
                  <a:noFill/>
                </a:ln>
                <a:solidFill>
                  <a:srgbClr val="000000"/>
                </a:solidFill>
                <a:effectLst/>
                <a:uLnTx/>
                <a:uFillTx/>
                <a:latin typeface="Arial"/>
                <a:ea typeface="Arial"/>
                <a:cs typeface="Arial"/>
                <a:sym typeface="Arial"/>
              </a:rPr>
              <a:t>This work is a derivative of “Business Model Canvas (Strategyzer.com)” by Strategyzer AG used and distributed under CC BY-SA 3.0.</a:t>
            </a:r>
            <a:endParaRPr kumimoji="0" sz="10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25" name="Google Shape;25;p19"/>
          <p:cNvSpPr/>
          <p:nvPr/>
        </p:nvSpPr>
        <p:spPr>
          <a:xfrm>
            <a:off x="570001" y="818687"/>
            <a:ext cx="4664690" cy="4764013"/>
          </a:xfrm>
          <a:prstGeom prst="rect">
            <a:avLst/>
          </a:prstGeom>
          <a:noFill/>
          <a:ln w="9525" cap="flat" cmpd="sng">
            <a:solidFill>
              <a:srgbClr val="7F7F7F"/>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400" b="1" i="0" u="none" strike="noStrike" kern="0" cap="none" spc="0" normalizeH="0" baseline="0" noProof="0">
                <a:ln>
                  <a:noFill/>
                </a:ln>
                <a:solidFill>
                  <a:srgbClr val="000000"/>
                </a:solidFill>
                <a:effectLst/>
                <a:uLnTx/>
                <a:uFillTx/>
                <a:latin typeface="Calibri"/>
                <a:ea typeface="Calibri"/>
                <a:cs typeface="Calibri"/>
                <a:sym typeface="Calibri"/>
              </a:rPr>
              <a:t>Value Proposition : </a:t>
            </a:r>
            <a:r>
              <a:rPr kumimoji="0" lang="ja-JP" altLang="en-US" sz="1400" b="1" i="0" u="none" strike="noStrike" kern="0" cap="none" spc="0" normalizeH="0" baseline="0" noProof="0">
                <a:ln>
                  <a:noFill/>
                </a:ln>
                <a:solidFill>
                  <a:srgbClr val="000000"/>
                </a:solidFill>
                <a:effectLst/>
                <a:uLnTx/>
                <a:uFillTx/>
                <a:latin typeface="Calibri"/>
                <a:ea typeface="Calibri"/>
                <a:cs typeface="Calibri"/>
                <a:sym typeface="Calibri"/>
              </a:rPr>
              <a:t>価値のまとめ</a:t>
            </a:r>
            <a:endParaRPr kumimoji="0" sz="1400" b="1"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800" b="1"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1100" b="1" i="0" u="sng" strike="noStrike" kern="0" cap="none" spc="0" normalizeH="0" baseline="0" noProof="0">
                <a:ln>
                  <a:noFill/>
                </a:ln>
                <a:solidFill>
                  <a:srgbClr val="000000"/>
                </a:solidFill>
                <a:effectLst/>
                <a:uLnTx/>
                <a:uFillTx/>
                <a:latin typeface="Calibri"/>
                <a:ea typeface="Calibri"/>
                <a:cs typeface="Calibri"/>
                <a:sym typeface="Calibri"/>
              </a:rPr>
              <a:t>商品案の可視化</a:t>
            </a:r>
            <a:endParaRPr kumimoji="0" sz="1100" b="1" i="0" u="sng"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8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100" b="1" i="0" u="none" strike="noStrike" kern="0" cap="none" spc="0" normalizeH="0" baseline="0" noProof="0">
                <a:ln>
                  <a:noFill/>
                </a:ln>
                <a:solidFill>
                  <a:srgbClr val="000000"/>
                </a:solidFill>
                <a:effectLst/>
                <a:uLnTx/>
                <a:uFillTx/>
                <a:latin typeface="Calibri"/>
                <a:ea typeface="Calibri"/>
                <a:cs typeface="Calibri"/>
                <a:sym typeface="Calibri"/>
              </a:rPr>
              <a:t>【</a:t>
            </a:r>
            <a:r>
              <a:rPr kumimoji="0" lang="ja-JP" altLang="en-US" sz="1100" b="1" i="0" u="none" strike="noStrike" kern="0" cap="none" spc="0" normalizeH="0" baseline="0" noProof="0">
                <a:ln>
                  <a:noFill/>
                </a:ln>
                <a:solidFill>
                  <a:srgbClr val="000000"/>
                </a:solidFill>
                <a:effectLst/>
                <a:uLnTx/>
                <a:uFillTx/>
                <a:latin typeface="Calibri"/>
                <a:ea typeface="Calibri"/>
                <a:cs typeface="Calibri"/>
                <a:sym typeface="Calibri"/>
              </a:rPr>
              <a:t>提供価値</a:t>
            </a:r>
            <a:r>
              <a:rPr kumimoji="0" lang="en-US" altLang="ja-JP" sz="1100" b="1" i="0" u="none" strike="noStrike" kern="0" cap="none" spc="0" normalizeH="0" baseline="0" noProof="0">
                <a:ln>
                  <a:noFill/>
                </a:ln>
                <a:solidFill>
                  <a:srgbClr val="000000"/>
                </a:solidFill>
                <a:effectLst/>
                <a:uLnTx/>
                <a:uFillTx/>
                <a:latin typeface="Calibri"/>
                <a:ea typeface="Calibri"/>
                <a:cs typeface="Calibri"/>
                <a:sym typeface="Calibri"/>
              </a:rPr>
              <a:t>】</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100" b="1" i="0" u="none" strike="noStrike" kern="0" cap="none" spc="0" normalizeH="0" baseline="0" noProof="0">
                <a:ln>
                  <a:noFill/>
                </a:ln>
                <a:solidFill>
                  <a:srgbClr val="000000"/>
                </a:solidFill>
                <a:effectLst/>
                <a:uLnTx/>
                <a:uFillTx/>
                <a:latin typeface="Calibri"/>
                <a:ea typeface="Calibri"/>
                <a:cs typeface="Calibri"/>
                <a:sym typeface="Calibri"/>
              </a:rPr>
              <a:t>【</a:t>
            </a:r>
            <a:r>
              <a:rPr kumimoji="0" lang="ja-JP" altLang="en-US" sz="1100" b="1" i="0" u="none" strike="noStrike" kern="0" cap="none" spc="0" normalizeH="0" baseline="0" noProof="0">
                <a:ln>
                  <a:noFill/>
                </a:ln>
                <a:solidFill>
                  <a:srgbClr val="000000"/>
                </a:solidFill>
                <a:effectLst/>
                <a:uLnTx/>
                <a:uFillTx/>
                <a:latin typeface="Calibri"/>
                <a:ea typeface="Calibri"/>
                <a:cs typeface="Calibri"/>
                <a:sym typeface="Calibri"/>
              </a:rPr>
              <a:t>詳しく説明</a:t>
            </a:r>
            <a:r>
              <a:rPr kumimoji="0" lang="en-US" altLang="ja-JP" sz="1100" b="1" i="0" u="none" strike="noStrike" kern="0" cap="none" spc="0" normalizeH="0" baseline="0" noProof="0">
                <a:ln>
                  <a:noFill/>
                </a:ln>
                <a:solidFill>
                  <a:srgbClr val="000000"/>
                </a:solidFill>
                <a:effectLst/>
                <a:uLnTx/>
                <a:uFillTx/>
                <a:latin typeface="Calibri"/>
                <a:ea typeface="Calibri"/>
                <a:cs typeface="Calibri"/>
                <a:sym typeface="Calibri"/>
              </a:rPr>
              <a:t>】</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100" b="1" i="0" u="none" strike="noStrike" kern="0" cap="none" spc="0" normalizeH="0" baseline="0" noProof="0">
                <a:ln>
                  <a:noFill/>
                </a:ln>
                <a:solidFill>
                  <a:srgbClr val="000000"/>
                </a:solidFill>
                <a:effectLst/>
                <a:uLnTx/>
                <a:uFillTx/>
                <a:latin typeface="Calibri"/>
                <a:ea typeface="Calibri"/>
                <a:cs typeface="Calibri"/>
                <a:sym typeface="Calibri"/>
              </a:rPr>
              <a:t>【MVP</a:t>
            </a:r>
            <a:r>
              <a:rPr kumimoji="0" lang="ja-JP" altLang="en-US" sz="1100" b="1" i="0" u="none" strike="noStrike" kern="0" cap="none" spc="0" normalizeH="0" baseline="0" noProof="0">
                <a:ln>
                  <a:noFill/>
                </a:ln>
                <a:solidFill>
                  <a:srgbClr val="000000"/>
                </a:solidFill>
                <a:effectLst/>
                <a:uLnTx/>
                <a:uFillTx/>
                <a:latin typeface="Calibri"/>
                <a:ea typeface="Calibri"/>
                <a:cs typeface="Calibri"/>
                <a:sym typeface="Calibri"/>
              </a:rPr>
              <a:t>（最小限の機能・特徴）</a:t>
            </a:r>
            <a:r>
              <a:rPr kumimoji="0" lang="en-US" altLang="ja-JP" sz="1100" b="1" i="0" u="none" strike="noStrike" kern="0" cap="none" spc="0" normalizeH="0" baseline="0" noProof="0">
                <a:ln>
                  <a:noFill/>
                </a:ln>
                <a:solidFill>
                  <a:srgbClr val="000000"/>
                </a:solidFill>
                <a:effectLst/>
                <a:uLnTx/>
                <a:uFillTx/>
                <a:latin typeface="Calibri"/>
                <a:ea typeface="Calibri"/>
                <a:cs typeface="Calibri"/>
                <a:sym typeface="Calibri"/>
              </a:rPr>
              <a:t>】</a:t>
            </a:r>
            <a:endParaRPr kumimoji="0" sz="1100" b="1"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6" name="Google Shape;26;p19"/>
          <p:cNvSpPr/>
          <p:nvPr/>
        </p:nvSpPr>
        <p:spPr>
          <a:xfrm>
            <a:off x="5234691" y="818688"/>
            <a:ext cx="6440084" cy="4764012"/>
          </a:xfrm>
          <a:prstGeom prst="rect">
            <a:avLst/>
          </a:prstGeom>
          <a:noFill/>
          <a:ln w="9525" cap="flat" cmpd="sng">
            <a:solidFill>
              <a:srgbClr val="7F7F7F"/>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400" b="1" i="0" u="none" strike="noStrike" kern="0" cap="none" spc="0" normalizeH="0" baseline="0" noProof="0">
                <a:ln>
                  <a:noFill/>
                </a:ln>
                <a:solidFill>
                  <a:srgbClr val="000000"/>
                </a:solidFill>
                <a:effectLst/>
                <a:uLnTx/>
                <a:uFillTx/>
                <a:latin typeface="Calibri"/>
                <a:ea typeface="Calibri"/>
                <a:cs typeface="Calibri"/>
                <a:sym typeface="Calibri"/>
              </a:rPr>
              <a:t>Customer Segments : </a:t>
            </a:r>
            <a:r>
              <a:rPr kumimoji="0" lang="ja-JP" altLang="en-US" sz="1400" b="1" i="0" u="none" strike="noStrike" kern="0" cap="none" spc="0" normalizeH="0" baseline="0" noProof="0">
                <a:ln>
                  <a:noFill/>
                </a:ln>
                <a:solidFill>
                  <a:srgbClr val="000000"/>
                </a:solidFill>
                <a:effectLst/>
                <a:uLnTx/>
                <a:uFillTx/>
                <a:latin typeface="Calibri"/>
                <a:ea typeface="Calibri"/>
                <a:cs typeface="Calibri"/>
                <a:sym typeface="Calibri"/>
              </a:rPr>
              <a:t>顧客のまとめ</a:t>
            </a:r>
            <a:endParaRPr kumimoji="0" sz="1400" b="1"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800" b="1"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1100" b="1" i="0" u="sng" strike="noStrike" kern="0" cap="none" spc="0" normalizeH="0" baseline="0" noProof="0">
                <a:ln>
                  <a:noFill/>
                </a:ln>
                <a:solidFill>
                  <a:srgbClr val="000000"/>
                </a:solidFill>
                <a:effectLst/>
                <a:uLnTx/>
                <a:uFillTx/>
                <a:latin typeface="Calibri"/>
                <a:ea typeface="Calibri"/>
                <a:cs typeface="Calibri"/>
                <a:sym typeface="Calibri"/>
              </a:rPr>
              <a:t>アーリーアダプターのペルソナの可視化</a:t>
            </a:r>
            <a:endParaRPr kumimoji="0" sz="1100" b="1" i="0" u="sng"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8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100" b="1" i="0" u="none" strike="noStrike" kern="0" cap="none" spc="0" normalizeH="0" baseline="0" noProof="0">
                <a:ln>
                  <a:noFill/>
                </a:ln>
                <a:solidFill>
                  <a:srgbClr val="000000"/>
                </a:solidFill>
                <a:effectLst/>
                <a:uLnTx/>
                <a:uFillTx/>
                <a:latin typeface="Calibri"/>
                <a:ea typeface="Calibri"/>
                <a:cs typeface="Calibri"/>
                <a:sym typeface="Calibri"/>
              </a:rPr>
              <a:t>【</a:t>
            </a:r>
            <a:r>
              <a:rPr kumimoji="0" lang="ja-JP" altLang="en-US" sz="1100" b="1" i="0" u="none" strike="noStrike" kern="0" cap="none" spc="0" normalizeH="0" baseline="0" noProof="0">
                <a:ln>
                  <a:noFill/>
                </a:ln>
                <a:solidFill>
                  <a:srgbClr val="000000"/>
                </a:solidFill>
                <a:effectLst/>
                <a:uLnTx/>
                <a:uFillTx/>
                <a:latin typeface="Calibri"/>
                <a:ea typeface="Calibri"/>
                <a:cs typeface="Calibri"/>
                <a:sym typeface="Calibri"/>
              </a:rPr>
              <a:t>具体的な属性、条件</a:t>
            </a:r>
            <a:r>
              <a:rPr kumimoji="0" lang="en-US" altLang="ja-JP" sz="1100" b="1" i="0" u="none" strike="noStrike" kern="0" cap="none" spc="0" normalizeH="0" baseline="0" noProof="0">
                <a:ln>
                  <a:noFill/>
                </a:ln>
                <a:solidFill>
                  <a:srgbClr val="000000"/>
                </a:solidFill>
                <a:effectLst/>
                <a:uLnTx/>
                <a:uFillTx/>
                <a:latin typeface="Calibri"/>
                <a:ea typeface="Calibri"/>
                <a:cs typeface="Calibri"/>
                <a:sym typeface="Calibri"/>
              </a:rPr>
              <a:t>】</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8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8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100" b="1" i="0" u="none" strike="noStrike" kern="0" cap="none" spc="0" normalizeH="0" baseline="0" noProof="0">
                <a:ln>
                  <a:noFill/>
                </a:ln>
                <a:solidFill>
                  <a:srgbClr val="000000"/>
                </a:solidFill>
                <a:effectLst/>
                <a:uLnTx/>
                <a:uFillTx/>
                <a:latin typeface="Calibri"/>
                <a:ea typeface="Calibri"/>
                <a:cs typeface="Calibri"/>
                <a:sym typeface="Calibri"/>
              </a:rPr>
              <a:t>【</a:t>
            </a:r>
            <a:r>
              <a:rPr kumimoji="0" lang="ja-JP" altLang="en-US" sz="1100" b="1" i="0" u="none" strike="noStrike" kern="0" cap="none" spc="0" normalizeH="0" baseline="0" noProof="0">
                <a:ln>
                  <a:noFill/>
                </a:ln>
                <a:solidFill>
                  <a:srgbClr val="000000"/>
                </a:solidFill>
                <a:effectLst/>
                <a:uLnTx/>
                <a:uFillTx/>
                <a:latin typeface="Calibri"/>
                <a:ea typeface="Calibri"/>
                <a:cs typeface="Calibri"/>
                <a:sym typeface="Calibri"/>
              </a:rPr>
              <a:t>ペルソナ特有の背景</a:t>
            </a:r>
            <a:r>
              <a:rPr kumimoji="0" lang="en-US" altLang="ja-JP" sz="1100" b="1" i="0" u="none" strike="noStrike" kern="0" cap="none" spc="0" normalizeH="0" baseline="0" noProof="0">
                <a:ln>
                  <a:noFill/>
                </a:ln>
                <a:solidFill>
                  <a:srgbClr val="000000"/>
                </a:solidFill>
                <a:effectLst/>
                <a:uLnTx/>
                <a:uFillTx/>
                <a:latin typeface="Calibri"/>
                <a:ea typeface="Calibri"/>
                <a:cs typeface="Calibri"/>
                <a:sym typeface="Calibri"/>
              </a:rPr>
              <a:t>】</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8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8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100" b="1" i="0" u="none" strike="noStrike" kern="0" cap="none" spc="0" normalizeH="0" baseline="0" noProof="0">
                <a:ln>
                  <a:noFill/>
                </a:ln>
                <a:solidFill>
                  <a:srgbClr val="000000"/>
                </a:solidFill>
                <a:effectLst/>
                <a:uLnTx/>
                <a:uFillTx/>
                <a:latin typeface="Calibri"/>
                <a:ea typeface="Calibri"/>
                <a:cs typeface="Calibri"/>
                <a:sym typeface="Calibri"/>
              </a:rPr>
              <a:t>【</a:t>
            </a:r>
            <a:r>
              <a:rPr kumimoji="0" lang="ja-JP" altLang="en-US" sz="1100" b="1" i="0" u="none" strike="noStrike" kern="0" cap="none" spc="0" normalizeH="0" baseline="0" noProof="0">
                <a:ln>
                  <a:noFill/>
                </a:ln>
                <a:solidFill>
                  <a:srgbClr val="000000"/>
                </a:solidFill>
                <a:effectLst/>
                <a:uLnTx/>
                <a:uFillTx/>
                <a:latin typeface="Calibri"/>
                <a:ea typeface="Calibri"/>
                <a:cs typeface="Calibri"/>
                <a:sym typeface="Calibri"/>
              </a:rPr>
              <a:t>ペルソナの特徴に合致する顧客の人数</a:t>
            </a:r>
            <a:r>
              <a:rPr kumimoji="0" lang="en-US" altLang="ja-JP" sz="1100" b="1" i="0" u="none" strike="noStrike" kern="0" cap="none" spc="0" normalizeH="0" baseline="0" noProof="0">
                <a:ln>
                  <a:noFill/>
                </a:ln>
                <a:solidFill>
                  <a:srgbClr val="000000"/>
                </a:solidFill>
                <a:effectLst/>
                <a:uLnTx/>
                <a:uFillTx/>
                <a:latin typeface="Calibri"/>
                <a:ea typeface="Calibri"/>
                <a:cs typeface="Calibri"/>
                <a:sym typeface="Calibri"/>
              </a:rPr>
              <a:t>】</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8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8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1100" b="1" i="0" u="sng" strike="noStrike" kern="0" cap="none" spc="0" normalizeH="0" baseline="0" noProof="0">
                <a:ln>
                  <a:noFill/>
                </a:ln>
                <a:solidFill>
                  <a:srgbClr val="000000"/>
                </a:solidFill>
                <a:effectLst/>
                <a:uLnTx/>
                <a:uFillTx/>
                <a:latin typeface="Calibri"/>
                <a:ea typeface="Calibri"/>
                <a:cs typeface="Calibri"/>
                <a:sym typeface="Calibri"/>
              </a:rPr>
              <a:t>顧客課題の４要素の可視化</a:t>
            </a:r>
            <a:endParaRPr kumimoji="0" sz="1100" b="1" i="0" u="sng"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800" b="1" i="0" u="sng" strike="noStrike" kern="0" cap="none" spc="0" normalizeH="0" baseline="0" noProof="0">
                <a:ln>
                  <a:noFill/>
                </a:ln>
                <a:solidFill>
                  <a:srgbClr val="000000"/>
                </a:solidFill>
                <a:effectLst/>
                <a:uLnTx/>
                <a:uFillTx/>
                <a:latin typeface="Calibri"/>
                <a:ea typeface="Calibri"/>
                <a:cs typeface="Calibri"/>
                <a:sym typeface="Calibri"/>
              </a:rPr>
              <a:t> </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100" b="1" i="0" u="none" strike="noStrike" kern="0" cap="none" spc="0" normalizeH="0" baseline="0" noProof="0">
                <a:ln>
                  <a:noFill/>
                </a:ln>
                <a:solidFill>
                  <a:srgbClr val="000000"/>
                </a:solidFill>
                <a:effectLst/>
                <a:uLnTx/>
                <a:uFillTx/>
                <a:latin typeface="Calibri"/>
                <a:ea typeface="Calibri"/>
                <a:cs typeface="Calibri"/>
                <a:sym typeface="Calibri"/>
              </a:rPr>
              <a:t>【1. </a:t>
            </a:r>
            <a:r>
              <a:rPr kumimoji="0" lang="ja-JP" altLang="en-US" sz="1100" b="1" i="0" u="none" strike="noStrike" kern="0" cap="none" spc="0" normalizeH="0" baseline="0" noProof="0">
                <a:ln>
                  <a:noFill/>
                </a:ln>
                <a:solidFill>
                  <a:srgbClr val="000000"/>
                </a:solidFill>
                <a:effectLst/>
                <a:uLnTx/>
                <a:uFillTx/>
                <a:latin typeface="Calibri"/>
                <a:ea typeface="Calibri"/>
                <a:cs typeface="Calibri"/>
                <a:sym typeface="Calibri"/>
              </a:rPr>
              <a:t>ジョブ</a:t>
            </a:r>
            <a:r>
              <a:rPr kumimoji="0" lang="en-US" altLang="ja-JP" sz="1100" b="0" i="0" u="none" strike="noStrike" kern="0" cap="none" spc="0" normalizeH="0" baseline="0" noProof="0">
                <a:ln>
                  <a:noFill/>
                </a:ln>
                <a:solidFill>
                  <a:srgbClr val="000000"/>
                </a:solidFill>
                <a:effectLst/>
                <a:uLnTx/>
                <a:uFillTx/>
                <a:latin typeface="Calibri"/>
                <a:ea typeface="Calibri"/>
                <a:cs typeface="Calibri"/>
                <a:sym typeface="Calibri"/>
              </a:rPr>
              <a:t>】</a:t>
            </a:r>
            <a:r>
              <a:rPr kumimoji="0" lang="ja-JP" altLang="en-US" sz="1100" b="0" i="0" u="none" strike="noStrike" kern="0" cap="none" spc="0" normalizeH="0" baseline="0" noProof="0">
                <a:ln>
                  <a:noFill/>
                </a:ln>
                <a:solidFill>
                  <a:srgbClr val="000000"/>
                </a:solidFill>
                <a:effectLst/>
                <a:uLnTx/>
                <a:uFillTx/>
                <a:latin typeface="Calibri"/>
                <a:ea typeface="Calibri"/>
                <a:cs typeface="Calibri"/>
                <a:sym typeface="Calibri"/>
              </a:rPr>
              <a:t>　　　　　　　　　　　　　　　　  </a:t>
            </a:r>
            <a:r>
              <a:rPr kumimoji="0" lang="en-US" altLang="ja-JP" sz="1100" b="1" i="0" u="none" strike="noStrike" kern="0" cap="none" spc="0" normalizeH="0" baseline="0" noProof="0">
                <a:ln>
                  <a:noFill/>
                </a:ln>
                <a:solidFill>
                  <a:srgbClr val="000000"/>
                </a:solidFill>
                <a:effectLst/>
                <a:uLnTx/>
                <a:uFillTx/>
                <a:latin typeface="Calibri"/>
                <a:ea typeface="Calibri"/>
                <a:cs typeface="Calibri"/>
                <a:sym typeface="Calibri"/>
              </a:rPr>
              <a:t>【3. </a:t>
            </a:r>
            <a:r>
              <a:rPr kumimoji="0" lang="ja-JP" altLang="en-US" sz="1100" b="1" i="0" u="none" strike="noStrike" kern="0" cap="none" spc="0" normalizeH="0" baseline="0" noProof="0">
                <a:ln>
                  <a:noFill/>
                </a:ln>
                <a:solidFill>
                  <a:srgbClr val="000000"/>
                </a:solidFill>
                <a:effectLst/>
                <a:uLnTx/>
                <a:uFillTx/>
                <a:latin typeface="Calibri"/>
                <a:ea typeface="Calibri"/>
                <a:cs typeface="Calibri"/>
                <a:sym typeface="Calibri"/>
              </a:rPr>
              <a:t>現在の対策</a:t>
            </a:r>
            <a:r>
              <a:rPr kumimoji="0" lang="en-US" altLang="ja-JP" sz="1100" b="1" i="0" u="none" strike="noStrike" kern="0" cap="none" spc="0" normalizeH="0" baseline="0" noProof="0">
                <a:ln>
                  <a:noFill/>
                </a:ln>
                <a:solidFill>
                  <a:srgbClr val="000000"/>
                </a:solidFill>
                <a:effectLst/>
                <a:uLnTx/>
                <a:uFillTx/>
                <a:latin typeface="Calibri"/>
                <a:ea typeface="Calibri"/>
                <a:cs typeface="Calibri"/>
                <a:sym typeface="Calibri"/>
              </a:rPr>
              <a:t>】</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100" b="1" i="0" u="none" strike="noStrike" kern="0" cap="none" spc="0" normalizeH="0" baseline="0" noProof="0">
                <a:ln>
                  <a:noFill/>
                </a:ln>
                <a:solidFill>
                  <a:srgbClr val="000000"/>
                </a:solidFill>
                <a:effectLst/>
                <a:uLnTx/>
                <a:uFillTx/>
                <a:latin typeface="Calibri"/>
                <a:ea typeface="Calibri"/>
                <a:cs typeface="Calibri"/>
                <a:sym typeface="Calibri"/>
              </a:rPr>
              <a:t>【2. </a:t>
            </a:r>
            <a:r>
              <a:rPr kumimoji="0" lang="ja-JP" altLang="en-US" sz="1100" b="1" i="0" u="none" strike="noStrike" kern="0" cap="none" spc="0" normalizeH="0" baseline="0" noProof="0">
                <a:ln>
                  <a:noFill/>
                </a:ln>
                <a:solidFill>
                  <a:srgbClr val="000000"/>
                </a:solidFill>
                <a:effectLst/>
                <a:uLnTx/>
                <a:uFillTx/>
                <a:latin typeface="Calibri"/>
                <a:ea typeface="Calibri"/>
                <a:cs typeface="Calibri"/>
                <a:sym typeface="Calibri"/>
              </a:rPr>
              <a:t>ジョブを実現できない理由</a:t>
            </a:r>
            <a:r>
              <a:rPr kumimoji="0" lang="en-US" altLang="ja-JP" sz="1100" b="1" i="0" u="none" strike="noStrike" kern="0" cap="none" spc="0" normalizeH="0" baseline="0" noProof="0">
                <a:ln>
                  <a:noFill/>
                </a:ln>
                <a:solidFill>
                  <a:srgbClr val="000000"/>
                </a:solidFill>
                <a:effectLst/>
                <a:uLnTx/>
                <a:uFillTx/>
                <a:latin typeface="Calibri"/>
                <a:ea typeface="Calibri"/>
                <a:cs typeface="Calibri"/>
                <a:sym typeface="Calibri"/>
              </a:rPr>
              <a:t>】 </a:t>
            </a:r>
            <a:r>
              <a:rPr kumimoji="0" lang="ja-JP" altLang="en-US" sz="1100" b="1" i="0" u="none" strike="noStrike" kern="0" cap="none" spc="0" normalizeH="0" baseline="0" noProof="0">
                <a:ln>
                  <a:noFill/>
                </a:ln>
                <a:solidFill>
                  <a:srgbClr val="000000"/>
                </a:solidFill>
                <a:effectLst/>
                <a:uLnTx/>
                <a:uFillTx/>
                <a:latin typeface="Calibri"/>
                <a:ea typeface="Calibri"/>
                <a:cs typeface="Calibri"/>
                <a:sym typeface="Calibri"/>
              </a:rPr>
              <a:t>　　　　　　　 </a:t>
            </a:r>
            <a:r>
              <a:rPr kumimoji="0" lang="en-US" altLang="ja-JP" sz="1100" b="1" i="0" u="none" strike="noStrike" kern="0" cap="none" spc="0" normalizeH="0" baseline="0" noProof="0">
                <a:ln>
                  <a:noFill/>
                </a:ln>
                <a:solidFill>
                  <a:srgbClr val="000000"/>
                </a:solidFill>
                <a:effectLst/>
                <a:uLnTx/>
                <a:uFillTx/>
                <a:latin typeface="Calibri"/>
                <a:ea typeface="Calibri"/>
                <a:cs typeface="Calibri"/>
                <a:sym typeface="Calibri"/>
              </a:rPr>
              <a:t>【4. </a:t>
            </a:r>
            <a:r>
              <a:rPr kumimoji="0" lang="ja-JP" altLang="en-US" sz="1100" b="1" i="0" u="none" strike="noStrike" kern="0" cap="none" spc="0" normalizeH="0" baseline="0" noProof="0">
                <a:ln>
                  <a:noFill/>
                </a:ln>
                <a:solidFill>
                  <a:srgbClr val="000000"/>
                </a:solidFill>
                <a:effectLst/>
                <a:uLnTx/>
                <a:uFillTx/>
                <a:latin typeface="Calibri"/>
                <a:ea typeface="Calibri"/>
                <a:cs typeface="Calibri"/>
                <a:sym typeface="Calibri"/>
              </a:rPr>
              <a:t>現在の対策への不満</a:t>
            </a:r>
            <a:r>
              <a:rPr kumimoji="0" lang="en-US" altLang="ja-JP" sz="1100" b="1" i="0" u="none" strike="noStrike" kern="0" cap="none" spc="0" normalizeH="0" baseline="0" noProof="0">
                <a:ln>
                  <a:noFill/>
                </a:ln>
                <a:solidFill>
                  <a:srgbClr val="000000"/>
                </a:solidFill>
                <a:effectLst/>
                <a:uLnTx/>
                <a:uFillTx/>
                <a:latin typeface="Calibri"/>
                <a:ea typeface="Calibri"/>
                <a:cs typeface="Calibri"/>
                <a:sym typeface="Calibri"/>
              </a:rPr>
              <a:t>】</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7" name="Google Shape;27;p19"/>
          <p:cNvSpPr/>
          <p:nvPr/>
        </p:nvSpPr>
        <p:spPr>
          <a:xfrm>
            <a:off x="570001" y="5584158"/>
            <a:ext cx="11104774" cy="567177"/>
          </a:xfrm>
          <a:prstGeom prst="rect">
            <a:avLst/>
          </a:prstGeom>
          <a:noFill/>
          <a:ln w="9525" cap="flat" cmpd="sng">
            <a:solidFill>
              <a:srgbClr val="7F7F7F"/>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100" b="1" i="0" u="none" strike="noStrike" kern="0" cap="none" spc="0" normalizeH="0" baseline="0" noProof="0">
                <a:ln>
                  <a:noFill/>
                </a:ln>
                <a:solidFill>
                  <a:srgbClr val="000000"/>
                </a:solidFill>
                <a:effectLst/>
                <a:uLnTx/>
                <a:uFillTx/>
                <a:latin typeface="Calibri"/>
                <a:ea typeface="Calibri"/>
                <a:cs typeface="Calibri"/>
                <a:sym typeface="Calibri"/>
              </a:rPr>
              <a:t>【</a:t>
            </a:r>
            <a:r>
              <a:rPr kumimoji="0" lang="ja-JP" altLang="en-US" sz="1100" b="1" i="0" u="none" strike="noStrike" kern="0" cap="none" spc="0" normalizeH="0" baseline="0" noProof="0">
                <a:ln>
                  <a:noFill/>
                </a:ln>
                <a:solidFill>
                  <a:srgbClr val="000000"/>
                </a:solidFill>
                <a:effectLst/>
                <a:uLnTx/>
                <a:uFillTx/>
                <a:latin typeface="Calibri"/>
                <a:ea typeface="Calibri"/>
                <a:cs typeface="Calibri"/>
                <a:sym typeface="Calibri"/>
              </a:rPr>
              <a:t>価格案</a:t>
            </a:r>
            <a:r>
              <a:rPr kumimoji="0" lang="en-US" altLang="ja-JP" sz="1100" b="1" i="0" u="none" strike="noStrike" kern="0" cap="none" spc="0" normalizeH="0" baseline="0" noProof="0">
                <a:ln>
                  <a:noFill/>
                </a:ln>
                <a:solidFill>
                  <a:srgbClr val="000000"/>
                </a:solidFill>
                <a:effectLst/>
                <a:uLnTx/>
                <a:uFillTx/>
                <a:latin typeface="Calibri"/>
                <a:ea typeface="Calibri"/>
                <a:cs typeface="Calibri"/>
                <a:sym typeface="Calibri"/>
              </a:rPr>
              <a:t>】</a:t>
            </a:r>
            <a:endParaRPr kumimoji="0" sz="1100" b="1" i="0" u="none" strike="noStrike" kern="0" cap="none" spc="0" normalizeH="0" baseline="0" noProof="0">
              <a:ln>
                <a:noFill/>
              </a:ln>
              <a:solidFill>
                <a:srgbClr val="000000"/>
              </a:solidFill>
              <a:effectLst/>
              <a:uLnTx/>
              <a:uFillTx/>
              <a:latin typeface="Calibri"/>
              <a:ea typeface="Calibri"/>
              <a:cs typeface="Calibri"/>
              <a:sym typeface="Calibri"/>
            </a:endParaRPr>
          </a:p>
        </p:txBody>
      </p:sp>
      <p:cxnSp>
        <p:nvCxnSpPr>
          <p:cNvPr id="28" name="Google Shape;28;p19"/>
          <p:cNvCxnSpPr/>
          <p:nvPr/>
        </p:nvCxnSpPr>
        <p:spPr>
          <a:xfrm>
            <a:off x="673331" y="1083533"/>
            <a:ext cx="4478095" cy="0"/>
          </a:xfrm>
          <a:prstGeom prst="straightConnector1">
            <a:avLst/>
          </a:prstGeom>
          <a:noFill/>
          <a:ln w="9525" cap="flat" cmpd="sng">
            <a:solidFill>
              <a:schemeClr val="dk1"/>
            </a:solidFill>
            <a:prstDash val="solid"/>
            <a:round/>
            <a:headEnd type="none" w="sm" len="sm"/>
            <a:tailEnd type="none" w="sm" len="sm"/>
          </a:ln>
        </p:spPr>
      </p:cxnSp>
      <p:cxnSp>
        <p:nvCxnSpPr>
          <p:cNvPr id="29" name="Google Shape;29;p19"/>
          <p:cNvCxnSpPr/>
          <p:nvPr/>
        </p:nvCxnSpPr>
        <p:spPr>
          <a:xfrm>
            <a:off x="5336771" y="1083533"/>
            <a:ext cx="6234309" cy="0"/>
          </a:xfrm>
          <a:prstGeom prst="straightConnector1">
            <a:avLst/>
          </a:prstGeom>
          <a:noFill/>
          <a:ln w="9525" cap="flat" cmpd="sng">
            <a:solidFill>
              <a:schemeClr val="dk1"/>
            </a:solidFill>
            <a:prstDash val="solid"/>
            <a:round/>
            <a:headEnd type="none" w="sm" len="sm"/>
            <a:tailEnd type="none" w="sm" len="sm"/>
          </a:ln>
        </p:spPr>
      </p:cxnSp>
      <p:sp>
        <p:nvSpPr>
          <p:cNvPr id="30" name="Google Shape;30;p19"/>
          <p:cNvSpPr txBox="1">
            <a:spLocks noGrp="1"/>
          </p:cNvSpPr>
          <p:nvPr>
            <p:ph type="body" idx="2"/>
          </p:nvPr>
        </p:nvSpPr>
        <p:spPr>
          <a:xfrm>
            <a:off x="734529" y="1669402"/>
            <a:ext cx="4417324" cy="59440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00"/>
              </a:spcBef>
              <a:spcAft>
                <a:spcPts val="0"/>
              </a:spcAft>
              <a:buClr>
                <a:srgbClr val="0E0E3A"/>
              </a:buClr>
              <a:buSzPts val="1000"/>
              <a:buFont typeface="Arial"/>
              <a:buNone/>
              <a:defRPr sz="1000" b="0" i="0" u="none" strike="noStrike" cap="none">
                <a:solidFill>
                  <a:srgbClr val="0E0E3A"/>
                </a:solidFill>
                <a:latin typeface="Calibri"/>
                <a:ea typeface="Calibri"/>
                <a:cs typeface="Calibri"/>
                <a:sym typeface="Calibri"/>
              </a:defRPr>
            </a:lvl1pPr>
            <a:lvl2pPr marL="914400" marR="0" lvl="1"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2pPr>
            <a:lvl3pPr marL="1371600" marR="0" lvl="2"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3pPr>
            <a:lvl4pPr marL="1828800" marR="0" lvl="3"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4pPr>
            <a:lvl5pPr marL="2286000" marR="0" lvl="4"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31" name="Google Shape;31;p19"/>
          <p:cNvSpPr txBox="1">
            <a:spLocks noGrp="1"/>
          </p:cNvSpPr>
          <p:nvPr>
            <p:ph type="body" idx="3"/>
          </p:nvPr>
        </p:nvSpPr>
        <p:spPr>
          <a:xfrm>
            <a:off x="734529" y="2509911"/>
            <a:ext cx="4417324" cy="160932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00"/>
              </a:spcBef>
              <a:spcAft>
                <a:spcPts val="0"/>
              </a:spcAft>
              <a:buClr>
                <a:srgbClr val="0E0E3A"/>
              </a:buClr>
              <a:buSzPts val="1000"/>
              <a:buFont typeface="Arial"/>
              <a:buNone/>
              <a:defRPr sz="1000" b="0" i="0" u="none" strike="noStrike" cap="none">
                <a:solidFill>
                  <a:srgbClr val="0E0E3A"/>
                </a:solidFill>
                <a:latin typeface="Calibri"/>
                <a:ea typeface="Calibri"/>
                <a:cs typeface="Calibri"/>
                <a:sym typeface="Calibri"/>
              </a:defRPr>
            </a:lvl1pPr>
            <a:lvl2pPr marL="914400" marR="0" lvl="1"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2pPr>
            <a:lvl3pPr marL="1371600" marR="0" lvl="2"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3pPr>
            <a:lvl4pPr marL="1828800" marR="0" lvl="3"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4pPr>
            <a:lvl5pPr marL="2286000" marR="0" lvl="4"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32" name="Google Shape;32;p19"/>
          <p:cNvSpPr txBox="1">
            <a:spLocks noGrp="1"/>
          </p:cNvSpPr>
          <p:nvPr>
            <p:ph type="body" idx="4"/>
          </p:nvPr>
        </p:nvSpPr>
        <p:spPr>
          <a:xfrm>
            <a:off x="731521" y="4365345"/>
            <a:ext cx="4417324" cy="1138810"/>
          </a:xfrm>
          <a:prstGeom prst="rect">
            <a:avLst/>
          </a:prstGeom>
          <a:noFill/>
          <a:ln>
            <a:noFill/>
          </a:ln>
        </p:spPr>
        <p:txBody>
          <a:bodyPr spcFirstLastPara="1" wrap="square" lIns="91425" tIns="45700" rIns="91425" bIns="45700" anchor="t" anchorCtr="0">
            <a:noAutofit/>
          </a:bodyPr>
          <a:lstStyle>
            <a:lvl1pPr marL="457200" marR="0" lvl="0" indent="-292100" algn="l" rtl="0">
              <a:spcBef>
                <a:spcPts val="200"/>
              </a:spcBef>
              <a:spcAft>
                <a:spcPts val="0"/>
              </a:spcAft>
              <a:buClr>
                <a:srgbClr val="0E0E3A"/>
              </a:buClr>
              <a:buSzPts val="1000"/>
              <a:buFont typeface="Arial"/>
              <a:buChar char="•"/>
              <a:defRPr sz="1000" b="0" i="0" u="none" strike="noStrike" cap="none">
                <a:solidFill>
                  <a:srgbClr val="0E0E3A"/>
                </a:solidFill>
                <a:latin typeface="Calibri"/>
                <a:ea typeface="Calibri"/>
                <a:cs typeface="Calibri"/>
                <a:sym typeface="Calibri"/>
              </a:defRPr>
            </a:lvl1pPr>
            <a:lvl2pPr marL="914400" marR="0" lvl="1"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2pPr>
            <a:lvl3pPr marL="1371600" marR="0" lvl="2"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3pPr>
            <a:lvl4pPr marL="1828800" marR="0" lvl="3"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4pPr>
            <a:lvl5pPr marL="2286000" marR="0" lvl="4"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33" name="Google Shape;33;p19"/>
          <p:cNvSpPr txBox="1">
            <a:spLocks noGrp="1"/>
          </p:cNvSpPr>
          <p:nvPr>
            <p:ph type="body" idx="5"/>
          </p:nvPr>
        </p:nvSpPr>
        <p:spPr>
          <a:xfrm>
            <a:off x="5399220" y="1662803"/>
            <a:ext cx="6171861" cy="35592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00"/>
              </a:spcBef>
              <a:spcAft>
                <a:spcPts val="0"/>
              </a:spcAft>
              <a:buClr>
                <a:srgbClr val="0E0E3A"/>
              </a:buClr>
              <a:buSzPts val="1000"/>
              <a:buFont typeface="Arial"/>
              <a:buNone/>
              <a:defRPr sz="1000" b="0" i="0" u="none" strike="noStrike" cap="none">
                <a:solidFill>
                  <a:srgbClr val="0E0E3A"/>
                </a:solidFill>
                <a:latin typeface="Calibri"/>
                <a:ea typeface="Calibri"/>
                <a:cs typeface="Calibri"/>
                <a:sym typeface="Calibri"/>
              </a:defRPr>
            </a:lvl1pPr>
            <a:lvl2pPr marL="914400" marR="0" lvl="1"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2pPr>
            <a:lvl3pPr marL="1371600" marR="0" lvl="2"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3pPr>
            <a:lvl4pPr marL="1828800" marR="0" lvl="3"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4pPr>
            <a:lvl5pPr marL="2286000" marR="0" lvl="4"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34" name="Google Shape;34;p19"/>
          <p:cNvSpPr txBox="1">
            <a:spLocks noGrp="1"/>
          </p:cNvSpPr>
          <p:nvPr>
            <p:ph type="body" idx="6"/>
          </p:nvPr>
        </p:nvSpPr>
        <p:spPr>
          <a:xfrm>
            <a:off x="5399220" y="2237173"/>
            <a:ext cx="6171861" cy="3682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00"/>
              </a:spcBef>
              <a:spcAft>
                <a:spcPts val="0"/>
              </a:spcAft>
              <a:buClr>
                <a:srgbClr val="0E0E3A"/>
              </a:buClr>
              <a:buSzPts val="1000"/>
              <a:buFont typeface="Arial"/>
              <a:buNone/>
              <a:defRPr sz="1000" b="0" i="0" u="none" strike="noStrike" cap="none">
                <a:solidFill>
                  <a:srgbClr val="0E0E3A"/>
                </a:solidFill>
                <a:latin typeface="Calibri"/>
                <a:ea typeface="Calibri"/>
                <a:cs typeface="Calibri"/>
                <a:sym typeface="Calibri"/>
              </a:defRPr>
            </a:lvl1pPr>
            <a:lvl2pPr marL="914400" marR="0" lvl="1"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2pPr>
            <a:lvl3pPr marL="1371600" marR="0" lvl="2"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3pPr>
            <a:lvl4pPr marL="1828800" marR="0" lvl="3"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4pPr>
            <a:lvl5pPr marL="2286000" marR="0" lvl="4"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35" name="Google Shape;35;p19"/>
          <p:cNvSpPr txBox="1">
            <a:spLocks noGrp="1"/>
          </p:cNvSpPr>
          <p:nvPr>
            <p:ph type="body" idx="7"/>
          </p:nvPr>
        </p:nvSpPr>
        <p:spPr>
          <a:xfrm>
            <a:off x="5399219" y="2823873"/>
            <a:ext cx="6171861" cy="368248"/>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00"/>
              </a:spcBef>
              <a:spcAft>
                <a:spcPts val="0"/>
              </a:spcAft>
              <a:buClr>
                <a:srgbClr val="0E0E3A"/>
              </a:buClr>
              <a:buSzPts val="1000"/>
              <a:buFont typeface="Arial"/>
              <a:buNone/>
              <a:defRPr sz="1000" b="0" i="0" u="none" strike="noStrike" cap="none">
                <a:solidFill>
                  <a:srgbClr val="0E0E3A"/>
                </a:solidFill>
                <a:latin typeface="Calibri"/>
                <a:ea typeface="Calibri"/>
                <a:cs typeface="Calibri"/>
                <a:sym typeface="Calibri"/>
              </a:defRPr>
            </a:lvl1pPr>
            <a:lvl2pPr marL="914400" marR="0" lvl="1"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2pPr>
            <a:lvl3pPr marL="1371600" marR="0" lvl="2"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3pPr>
            <a:lvl4pPr marL="1828800" marR="0" lvl="3"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4pPr>
            <a:lvl5pPr marL="2286000" marR="0" lvl="4"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36" name="Google Shape;36;p19"/>
          <p:cNvSpPr txBox="1">
            <a:spLocks noGrp="1"/>
          </p:cNvSpPr>
          <p:nvPr>
            <p:ph type="body" idx="8"/>
          </p:nvPr>
        </p:nvSpPr>
        <p:spPr>
          <a:xfrm>
            <a:off x="5396212" y="3666479"/>
            <a:ext cx="3026259" cy="816744"/>
          </a:xfrm>
          <a:prstGeom prst="rect">
            <a:avLst/>
          </a:prstGeom>
          <a:noFill/>
          <a:ln>
            <a:noFill/>
          </a:ln>
        </p:spPr>
        <p:txBody>
          <a:bodyPr spcFirstLastPara="1" wrap="square" lIns="91425" tIns="45700" rIns="91425" bIns="45700" anchor="t" anchorCtr="0">
            <a:noAutofit/>
          </a:bodyPr>
          <a:lstStyle>
            <a:lvl1pPr marL="457200" marR="0" lvl="0" indent="-292100" algn="l" rtl="0">
              <a:spcBef>
                <a:spcPts val="200"/>
              </a:spcBef>
              <a:spcAft>
                <a:spcPts val="0"/>
              </a:spcAft>
              <a:buClr>
                <a:srgbClr val="0E0E3A"/>
              </a:buClr>
              <a:buSzPts val="1000"/>
              <a:buFont typeface="Arial"/>
              <a:buChar char="•"/>
              <a:defRPr sz="1000" b="0" i="0" u="none" strike="noStrike" cap="none">
                <a:solidFill>
                  <a:srgbClr val="0E0E3A"/>
                </a:solidFill>
                <a:latin typeface="Calibri"/>
                <a:ea typeface="Calibri"/>
                <a:cs typeface="Calibri"/>
                <a:sym typeface="Calibri"/>
              </a:defRPr>
            </a:lvl1pPr>
            <a:lvl2pPr marL="914400" marR="0" lvl="1"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2pPr>
            <a:lvl3pPr marL="1371600" marR="0" lvl="2"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3pPr>
            <a:lvl4pPr marL="1828800" marR="0" lvl="3"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4pPr>
            <a:lvl5pPr marL="2286000" marR="0" lvl="4"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37" name="Google Shape;37;p19"/>
          <p:cNvSpPr txBox="1">
            <a:spLocks noGrp="1"/>
          </p:cNvSpPr>
          <p:nvPr>
            <p:ph type="body" idx="9"/>
          </p:nvPr>
        </p:nvSpPr>
        <p:spPr>
          <a:xfrm>
            <a:off x="5396212" y="4679543"/>
            <a:ext cx="3026255" cy="833669"/>
          </a:xfrm>
          <a:prstGeom prst="rect">
            <a:avLst/>
          </a:prstGeom>
          <a:noFill/>
          <a:ln>
            <a:noFill/>
          </a:ln>
        </p:spPr>
        <p:txBody>
          <a:bodyPr spcFirstLastPara="1" wrap="square" lIns="91425" tIns="45700" rIns="91425" bIns="45700" anchor="t" anchorCtr="0">
            <a:noAutofit/>
          </a:bodyPr>
          <a:lstStyle>
            <a:lvl1pPr marL="457200" marR="0" lvl="0" indent="-292100" algn="l" rtl="0">
              <a:spcBef>
                <a:spcPts val="200"/>
              </a:spcBef>
              <a:spcAft>
                <a:spcPts val="0"/>
              </a:spcAft>
              <a:buClr>
                <a:srgbClr val="0E0E3A"/>
              </a:buClr>
              <a:buSzPts val="1000"/>
              <a:buFont typeface="Arial"/>
              <a:buChar char="•"/>
              <a:defRPr sz="1000" b="0" i="0" u="none" strike="noStrike" cap="none">
                <a:solidFill>
                  <a:srgbClr val="0E0E3A"/>
                </a:solidFill>
                <a:latin typeface="Calibri"/>
                <a:ea typeface="Calibri"/>
                <a:cs typeface="Calibri"/>
                <a:sym typeface="Calibri"/>
              </a:defRPr>
            </a:lvl1pPr>
            <a:lvl2pPr marL="914400" marR="0" lvl="1"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2pPr>
            <a:lvl3pPr marL="1371600" marR="0" lvl="2"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3pPr>
            <a:lvl4pPr marL="1828800" marR="0" lvl="3"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4pPr>
            <a:lvl5pPr marL="2286000" marR="0" lvl="4"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38" name="Google Shape;38;p19"/>
          <p:cNvSpPr txBox="1">
            <a:spLocks noGrp="1"/>
          </p:cNvSpPr>
          <p:nvPr>
            <p:ph type="body" idx="13"/>
          </p:nvPr>
        </p:nvSpPr>
        <p:spPr>
          <a:xfrm>
            <a:off x="8528858" y="3664804"/>
            <a:ext cx="3039530" cy="816743"/>
          </a:xfrm>
          <a:prstGeom prst="rect">
            <a:avLst/>
          </a:prstGeom>
          <a:noFill/>
          <a:ln>
            <a:noFill/>
          </a:ln>
        </p:spPr>
        <p:txBody>
          <a:bodyPr spcFirstLastPara="1" wrap="square" lIns="91425" tIns="45700" rIns="91425" bIns="45700" anchor="t" anchorCtr="0">
            <a:noAutofit/>
          </a:bodyPr>
          <a:lstStyle>
            <a:lvl1pPr marL="457200" marR="0" lvl="0" indent="-292100" algn="l" rtl="0">
              <a:spcBef>
                <a:spcPts val="200"/>
              </a:spcBef>
              <a:spcAft>
                <a:spcPts val="0"/>
              </a:spcAft>
              <a:buClr>
                <a:srgbClr val="0E0E3A"/>
              </a:buClr>
              <a:buSzPts val="1000"/>
              <a:buFont typeface="Arial"/>
              <a:buChar char="•"/>
              <a:defRPr sz="1000" b="0" i="0" u="none" strike="noStrike" cap="none">
                <a:solidFill>
                  <a:srgbClr val="0E0E3A"/>
                </a:solidFill>
                <a:latin typeface="Calibri"/>
                <a:ea typeface="Calibri"/>
                <a:cs typeface="Calibri"/>
                <a:sym typeface="Calibri"/>
              </a:defRPr>
            </a:lvl1pPr>
            <a:lvl2pPr marL="914400" marR="0" lvl="1"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2pPr>
            <a:lvl3pPr marL="1371600" marR="0" lvl="2"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3pPr>
            <a:lvl4pPr marL="1828800" marR="0" lvl="3"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4pPr>
            <a:lvl5pPr marL="2286000" marR="0" lvl="4"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39" name="Google Shape;39;p19"/>
          <p:cNvSpPr txBox="1">
            <a:spLocks noGrp="1"/>
          </p:cNvSpPr>
          <p:nvPr>
            <p:ph type="body" idx="14"/>
          </p:nvPr>
        </p:nvSpPr>
        <p:spPr>
          <a:xfrm>
            <a:off x="8528856" y="4679543"/>
            <a:ext cx="3039530" cy="833669"/>
          </a:xfrm>
          <a:prstGeom prst="rect">
            <a:avLst/>
          </a:prstGeom>
          <a:noFill/>
          <a:ln>
            <a:noFill/>
          </a:ln>
        </p:spPr>
        <p:txBody>
          <a:bodyPr spcFirstLastPara="1" wrap="square" lIns="91425" tIns="45700" rIns="91425" bIns="45700" anchor="t" anchorCtr="0">
            <a:noAutofit/>
          </a:bodyPr>
          <a:lstStyle>
            <a:lvl1pPr marL="457200" marR="0" lvl="0" indent="-292100" algn="l" rtl="0">
              <a:spcBef>
                <a:spcPts val="200"/>
              </a:spcBef>
              <a:spcAft>
                <a:spcPts val="0"/>
              </a:spcAft>
              <a:buClr>
                <a:srgbClr val="0E0E3A"/>
              </a:buClr>
              <a:buSzPts val="1000"/>
              <a:buFont typeface="Arial"/>
              <a:buChar char="•"/>
              <a:defRPr sz="1000" b="0" i="0" u="none" strike="noStrike" cap="none">
                <a:solidFill>
                  <a:srgbClr val="0E0E3A"/>
                </a:solidFill>
                <a:latin typeface="Calibri"/>
                <a:ea typeface="Calibri"/>
                <a:cs typeface="Calibri"/>
                <a:sym typeface="Calibri"/>
              </a:defRPr>
            </a:lvl1pPr>
            <a:lvl2pPr marL="914400" marR="0" lvl="1"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2pPr>
            <a:lvl3pPr marL="1371600" marR="0" lvl="2"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3pPr>
            <a:lvl4pPr marL="1828800" marR="0" lvl="3"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4pPr>
            <a:lvl5pPr marL="2286000" marR="0" lvl="4"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cxnSp>
        <p:nvCxnSpPr>
          <p:cNvPr id="40" name="Google Shape;40;p19"/>
          <p:cNvCxnSpPr/>
          <p:nvPr/>
        </p:nvCxnSpPr>
        <p:spPr>
          <a:xfrm>
            <a:off x="1422359" y="5691710"/>
            <a:ext cx="0" cy="388680"/>
          </a:xfrm>
          <a:prstGeom prst="straightConnector1">
            <a:avLst/>
          </a:prstGeom>
          <a:noFill/>
          <a:ln w="9525" cap="flat" cmpd="sng">
            <a:solidFill>
              <a:schemeClr val="dk1"/>
            </a:solidFill>
            <a:prstDash val="solid"/>
            <a:round/>
            <a:headEnd type="none" w="sm" len="sm"/>
            <a:tailEnd type="none" w="sm" len="sm"/>
          </a:ln>
        </p:spPr>
      </p:cxnSp>
      <p:sp>
        <p:nvSpPr>
          <p:cNvPr id="41" name="Google Shape;41;p19"/>
          <p:cNvSpPr txBox="1">
            <a:spLocks noGrp="1"/>
          </p:cNvSpPr>
          <p:nvPr>
            <p:ph type="body" idx="15"/>
          </p:nvPr>
        </p:nvSpPr>
        <p:spPr>
          <a:xfrm>
            <a:off x="1546170" y="5656025"/>
            <a:ext cx="10024910" cy="424365"/>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00"/>
              </a:spcBef>
              <a:spcAft>
                <a:spcPts val="0"/>
              </a:spcAft>
              <a:buClr>
                <a:srgbClr val="0E0E3A"/>
              </a:buClr>
              <a:buSzPts val="1000"/>
              <a:buFont typeface="Arial"/>
              <a:buNone/>
              <a:defRPr sz="1000" b="0" i="0" u="none" strike="noStrike" cap="none">
                <a:solidFill>
                  <a:srgbClr val="0E0E3A"/>
                </a:solidFill>
                <a:latin typeface="Calibri"/>
                <a:ea typeface="Calibri"/>
                <a:cs typeface="Calibri"/>
                <a:sym typeface="Calibri"/>
              </a:defRPr>
            </a:lvl1pPr>
            <a:lvl2pPr marL="914400" marR="0" lvl="1"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2pPr>
            <a:lvl3pPr marL="1371600" marR="0" lvl="2"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3pPr>
            <a:lvl4pPr marL="1828800" marR="0" lvl="3"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4pPr>
            <a:lvl5pPr marL="2286000" marR="0" lvl="4" indent="-228600" algn="l" rtl="0">
              <a:spcBef>
                <a:spcPts val="220"/>
              </a:spcBef>
              <a:spcAft>
                <a:spcPts val="0"/>
              </a:spcAft>
              <a:buClr>
                <a:srgbClr val="0E0E3A"/>
              </a:buClr>
              <a:buSzPts val="1100"/>
              <a:buFont typeface="Arial"/>
              <a:buNone/>
              <a:defRPr sz="1100" b="0" i="0" u="none" strike="noStrike" cap="none">
                <a:solidFill>
                  <a:srgbClr val="0E0E3A"/>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42" name="Google Shape;42;p19"/>
          <p:cNvSpPr>
            <a:spLocks noGrp="1"/>
          </p:cNvSpPr>
          <p:nvPr>
            <p:ph type="pic" idx="16"/>
          </p:nvPr>
        </p:nvSpPr>
        <p:spPr>
          <a:xfrm>
            <a:off x="3488925" y="2509190"/>
            <a:ext cx="1659920" cy="1228725"/>
          </a:xfrm>
          <a:prstGeom prst="rect">
            <a:avLst/>
          </a:prstGeom>
          <a:noFill/>
          <a:ln>
            <a:noFill/>
          </a:ln>
        </p:spPr>
        <p:txBody>
          <a:bodyPr/>
          <a:lstStyle/>
          <a:p>
            <a:endParaRPr lang="ja-JP" altLang="en-US"/>
          </a:p>
        </p:txBody>
      </p:sp>
      <p:sp>
        <p:nvSpPr>
          <p:cNvPr id="43" name="Google Shape;43;p19"/>
          <p:cNvSpPr>
            <a:spLocks noGrp="1"/>
          </p:cNvSpPr>
          <p:nvPr>
            <p:ph type="pic" idx="17"/>
          </p:nvPr>
        </p:nvSpPr>
        <p:spPr>
          <a:xfrm>
            <a:off x="10241281" y="1221971"/>
            <a:ext cx="1327106" cy="796752"/>
          </a:xfrm>
          <a:prstGeom prst="rect">
            <a:avLst/>
          </a:prstGeom>
          <a:noFill/>
          <a:ln>
            <a:noFill/>
          </a:ln>
        </p:spPr>
        <p:txBody>
          <a:bodyPr/>
          <a:lstStyle/>
          <a:p>
            <a:endParaRPr lang="ja-JP" altLang="en-US"/>
          </a:p>
        </p:txBody>
      </p:sp>
    </p:spTree>
    <p:extLst>
      <p:ext uri="{BB962C8B-B14F-4D97-AF65-F5344CB8AC3E}">
        <p14:creationId xmlns:p14="http://schemas.microsoft.com/office/powerpoint/2010/main" val="1629210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pos="215">
          <p15:clr>
            <a:srgbClr val="FBAE40"/>
          </p15:clr>
        </p15:guide>
        <p15:guide id="2" pos="7473">
          <p15:clr>
            <a:srgbClr val="FBAE40"/>
          </p15:clr>
        </p15:guide>
        <p15:guide id="3" orient="horz" pos="210">
          <p15:clr>
            <a:srgbClr val="FBAE40"/>
          </p15:clr>
        </p15:guide>
        <p15:guide id="4" orient="horz" pos="437">
          <p15:clr>
            <a:srgbClr val="FBAE40"/>
          </p15:clr>
        </p15:guide>
        <p15:guide id="5" orient="horz" pos="890">
          <p15:clr>
            <a:srgbClr val="FBAE40"/>
          </p15:clr>
        </p15:guide>
        <p15:guide id="6" orient="horz" pos="411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3.png"/><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472CC9D1-23B9-C710-E25C-1BD53086AD0D}"/>
              </a:ext>
            </a:extLst>
          </p:cNvPr>
          <p:cNvPicPr>
            <a:picLocks noChangeAspect="1"/>
          </p:cNvPicPr>
          <p:nvPr userDrawn="1"/>
        </p:nvPicPr>
        <p:blipFill rotWithShape="1">
          <a:blip r:embed="rId6" cstate="print">
            <a:extLst>
              <a:ext uri="{28A0092B-C50C-407E-A947-70E740481C1C}">
                <a14:useLocalDpi xmlns:a14="http://schemas.microsoft.com/office/drawing/2010/main" val="0"/>
              </a:ext>
            </a:extLst>
          </a:blip>
          <a:srcRect r="21890"/>
          <a:stretch/>
        </p:blipFill>
        <p:spPr>
          <a:xfrm>
            <a:off x="0" y="6537818"/>
            <a:ext cx="12192000" cy="320182"/>
          </a:xfrm>
          <a:prstGeom prst="rect">
            <a:avLst/>
          </a:prstGeom>
        </p:spPr>
      </p:pic>
      <p:sp>
        <p:nvSpPr>
          <p:cNvPr id="3" name="正方形/長方形 2">
            <a:extLst>
              <a:ext uri="{FF2B5EF4-FFF2-40B4-BE49-F238E27FC236}">
                <a16:creationId xmlns:a16="http://schemas.microsoft.com/office/drawing/2014/main" id="{F7B4A64B-2DDC-1D44-535F-FED5A21A0D9A}"/>
              </a:ext>
            </a:extLst>
          </p:cNvPr>
          <p:cNvSpPr/>
          <p:nvPr userDrawn="1"/>
        </p:nvSpPr>
        <p:spPr>
          <a:xfrm>
            <a:off x="10644336" y="6540169"/>
            <a:ext cx="1547664" cy="317831"/>
          </a:xfrm>
          <a:prstGeom prst="rect">
            <a:avLst/>
          </a:prstGeom>
          <a:solidFill>
            <a:srgbClr val="D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ja-JP" sz="1200" dirty="0">
                <a:solidFill>
                  <a:schemeClr val="bg1"/>
                </a:solidFill>
                <a:latin typeface="SST" panose="020B0504030504020204" pitchFamily="34" charset="0"/>
                <a:ea typeface="Meiryo UI" panose="020B0604030504040204" pitchFamily="50" charset="-128"/>
                <a:cs typeface="Arial" panose="020B0604020202020204" pitchFamily="34" charset="0"/>
              </a:rPr>
              <a:t>Confidential</a:t>
            </a:r>
            <a:endParaRPr kumimoji="1" lang="ja-JP" altLang="en-US" sz="1200" dirty="0">
              <a:solidFill>
                <a:schemeClr val="bg1"/>
              </a:solidFill>
              <a:latin typeface="SST" panose="020B0504030504020204" pitchFamily="34" charset="0"/>
              <a:ea typeface="Meiryo UI" panose="020B0604030504040204" pitchFamily="50" charset="-128"/>
              <a:cs typeface="Arial" panose="020B0604020202020204" pitchFamily="34" charset="0"/>
            </a:endParaRPr>
          </a:p>
        </p:txBody>
      </p:sp>
      <p:sp>
        <p:nvSpPr>
          <p:cNvPr id="7" name="コンテンツ プレースホルダ 2"/>
          <p:cNvSpPr txBox="1">
            <a:spLocks/>
          </p:cNvSpPr>
          <p:nvPr userDrawn="1"/>
        </p:nvSpPr>
        <p:spPr>
          <a:xfrm>
            <a:off x="609600" y="1600201"/>
            <a:ext cx="10972800" cy="4525963"/>
          </a:xfrm>
          <a:prstGeom prst="rect">
            <a:avLst/>
          </a:prstGeom>
        </p:spPr>
        <p:txBody>
          <a:bodyPr/>
          <a:lstStyle>
            <a:lvl1pPr marL="342854" indent="-342854" algn="l" defTabSz="457140" rtl="0" eaLnBrk="0" fontAlgn="base" hangingPunct="0">
              <a:spcBef>
                <a:spcPct val="20000"/>
              </a:spcBef>
              <a:spcAft>
                <a:spcPct val="0"/>
              </a:spcAft>
              <a:buFont typeface="Arial" charset="0"/>
              <a:buChar char="•"/>
              <a:defRPr kumimoji="1" sz="2000">
                <a:solidFill>
                  <a:srgbClr val="0E0E3A"/>
                </a:solidFill>
                <a:latin typeface="SST Japanese Pro Regular" pitchFamily="34" charset="-128"/>
                <a:ea typeface="SST Japanese Pro Regular" pitchFamily="34" charset="-128"/>
                <a:cs typeface="Calibri" pitchFamily="34" charset="0"/>
              </a:defRPr>
            </a:lvl1pPr>
            <a:lvl2pPr marL="742850" indent="-285712" algn="l" defTabSz="457140" rtl="0" eaLnBrk="0" fontAlgn="base" hangingPunct="0">
              <a:spcBef>
                <a:spcPct val="20000"/>
              </a:spcBef>
              <a:spcAft>
                <a:spcPct val="0"/>
              </a:spcAft>
              <a:buFont typeface="Arial" charset="0"/>
              <a:buChar char="–"/>
              <a:defRPr kumimoji="1" sz="1800">
                <a:solidFill>
                  <a:srgbClr val="0E0E3A"/>
                </a:solidFill>
                <a:latin typeface="SST Japanese Pro Regular" pitchFamily="34" charset="-128"/>
                <a:ea typeface="SST Japanese Pro Regular" pitchFamily="34" charset="-128"/>
                <a:cs typeface="Calibri" pitchFamily="34" charset="0"/>
              </a:defRPr>
            </a:lvl2pPr>
            <a:lvl3pPr marL="1142847" indent="-228570" algn="l" defTabSz="457140" rtl="0" eaLnBrk="0" fontAlgn="base" hangingPunct="0">
              <a:spcBef>
                <a:spcPct val="20000"/>
              </a:spcBef>
              <a:spcAft>
                <a:spcPct val="0"/>
              </a:spcAft>
              <a:buFont typeface="Arial" charset="0"/>
              <a:buChar char="•"/>
              <a:defRPr kumimoji="1" sz="1600">
                <a:solidFill>
                  <a:srgbClr val="0E0E3A"/>
                </a:solidFill>
                <a:latin typeface="SST Japanese Pro Regular" pitchFamily="34" charset="-128"/>
                <a:ea typeface="SST Japanese Pro Regular" pitchFamily="34" charset="-128"/>
                <a:cs typeface="Calibri" pitchFamily="34" charset="0"/>
              </a:defRPr>
            </a:lvl3pPr>
            <a:lvl4pPr marL="1599986" indent="-228570" algn="l" defTabSz="457140" rtl="0" eaLnBrk="0" fontAlgn="base" hangingPunct="0">
              <a:spcBef>
                <a:spcPct val="20000"/>
              </a:spcBef>
              <a:spcAft>
                <a:spcPct val="0"/>
              </a:spcAft>
              <a:buFont typeface="Arial" charset="0"/>
              <a:buChar char="–"/>
              <a:defRPr kumimoji="1" sz="1400">
                <a:solidFill>
                  <a:srgbClr val="0E0E3A"/>
                </a:solidFill>
                <a:latin typeface="SST Japanese Pro Regular" pitchFamily="34" charset="-128"/>
                <a:ea typeface="SST Japanese Pro Regular" pitchFamily="34" charset="-128"/>
                <a:cs typeface="Calibri" pitchFamily="34" charset="0"/>
              </a:defRPr>
            </a:lvl4pPr>
            <a:lvl5pPr marL="2057126" indent="-228570" algn="l" defTabSz="457140" rtl="0" eaLnBrk="0" fontAlgn="base" hangingPunct="0">
              <a:spcBef>
                <a:spcPct val="20000"/>
              </a:spcBef>
              <a:spcAft>
                <a:spcPct val="0"/>
              </a:spcAft>
              <a:buFont typeface="Arial" charset="0"/>
              <a:buChar char="»"/>
              <a:defRPr kumimoji="1" sz="1200">
                <a:solidFill>
                  <a:srgbClr val="0E0E3A"/>
                </a:solidFill>
                <a:latin typeface="SST Japanese Pro Regular" pitchFamily="34" charset="-128"/>
                <a:ea typeface="SST Japanese Pro Regular" pitchFamily="34" charset="-128"/>
                <a:cs typeface="Calibri" pitchFamily="34" charset="0"/>
              </a:defRPr>
            </a:lvl5pPr>
            <a:lvl6pPr marL="2514265" indent="-228570" algn="l" defTabSz="457140" rtl="0" eaLnBrk="0" fontAlgn="base" hangingPunct="0">
              <a:spcBef>
                <a:spcPct val="20000"/>
              </a:spcBef>
              <a:spcAft>
                <a:spcPct val="0"/>
              </a:spcAft>
              <a:buFont typeface="Arial" charset="0"/>
              <a:buChar char="»"/>
              <a:defRPr kumimoji="1" sz="1600">
                <a:solidFill>
                  <a:schemeClr val="tx1"/>
                </a:solidFill>
                <a:latin typeface="+mn-lt"/>
              </a:defRPr>
            </a:lvl6pPr>
            <a:lvl7pPr marL="2971403" indent="-228570" algn="l" defTabSz="457140" rtl="0" eaLnBrk="0" fontAlgn="base" hangingPunct="0">
              <a:spcBef>
                <a:spcPct val="20000"/>
              </a:spcBef>
              <a:spcAft>
                <a:spcPct val="0"/>
              </a:spcAft>
              <a:buFont typeface="Arial" charset="0"/>
              <a:buChar char="»"/>
              <a:defRPr kumimoji="1" sz="1600">
                <a:solidFill>
                  <a:schemeClr val="tx1"/>
                </a:solidFill>
                <a:latin typeface="+mn-lt"/>
              </a:defRPr>
            </a:lvl7pPr>
            <a:lvl8pPr marL="3428542" indent="-228570" algn="l" defTabSz="457140" rtl="0" eaLnBrk="0" fontAlgn="base" hangingPunct="0">
              <a:spcBef>
                <a:spcPct val="20000"/>
              </a:spcBef>
              <a:spcAft>
                <a:spcPct val="0"/>
              </a:spcAft>
              <a:buFont typeface="Arial" charset="0"/>
              <a:buChar char="»"/>
              <a:defRPr kumimoji="1" sz="1600">
                <a:solidFill>
                  <a:schemeClr val="tx1"/>
                </a:solidFill>
                <a:latin typeface="+mn-lt"/>
              </a:defRPr>
            </a:lvl8pPr>
            <a:lvl9pPr marL="3885681" indent="-228570" algn="l" defTabSz="457140" rtl="0" eaLnBrk="0" fontAlgn="base" hangingPunct="0">
              <a:spcBef>
                <a:spcPct val="20000"/>
              </a:spcBef>
              <a:spcAft>
                <a:spcPct val="0"/>
              </a:spcAft>
              <a:buFont typeface="Arial" charset="0"/>
              <a:buChar char="»"/>
              <a:defRPr kumimoji="1" sz="1600">
                <a:solidFill>
                  <a:schemeClr val="tx1"/>
                </a:solidFill>
                <a:latin typeface="+mn-lt"/>
              </a:defRPr>
            </a:lvl9pPr>
          </a:lstStyle>
          <a:p>
            <a:endParaRPr lang="ja-JP" altLang="en-US" sz="2000" kern="0"/>
          </a:p>
        </p:txBody>
      </p:sp>
      <p:sp>
        <p:nvSpPr>
          <p:cNvPr id="8" name="タイトル 1"/>
          <p:cNvSpPr txBox="1">
            <a:spLocks/>
          </p:cNvSpPr>
          <p:nvPr userDrawn="1"/>
        </p:nvSpPr>
        <p:spPr>
          <a:xfrm>
            <a:off x="431375" y="358784"/>
            <a:ext cx="10177131" cy="447675"/>
          </a:xfrm>
          <a:prstGeom prst="rect">
            <a:avLst/>
          </a:prstGeom>
        </p:spPr>
        <p:txBody>
          <a:bodyPr/>
          <a:lstStyle>
            <a:lvl1pPr algn="l" defTabSz="457140" rtl="0" eaLnBrk="0" fontAlgn="base" hangingPunct="0">
              <a:spcBef>
                <a:spcPct val="0"/>
              </a:spcBef>
              <a:spcAft>
                <a:spcPct val="0"/>
              </a:spcAft>
              <a:defRPr kumimoji="1" sz="2400" b="1" i="0">
                <a:solidFill>
                  <a:srgbClr val="0E0E3A"/>
                </a:solidFill>
                <a:effectLst/>
                <a:latin typeface="SST Japanese Pro Regular"/>
                <a:ea typeface="SST Japanese Pro Regular"/>
                <a:cs typeface="SST Japanese Pro Regular"/>
              </a:defRPr>
            </a:lvl1pPr>
            <a:lvl2pPr algn="l" defTabSz="457140" rtl="0" eaLnBrk="0" fontAlgn="base" hangingPunct="0">
              <a:spcBef>
                <a:spcPct val="0"/>
              </a:spcBef>
              <a:spcAft>
                <a:spcPct val="0"/>
              </a:spcAft>
              <a:defRPr kumimoji="1" sz="2600" b="1">
                <a:solidFill>
                  <a:srgbClr val="0E0E3A"/>
                </a:solidFill>
                <a:latin typeface="Tahoma" pitchFamily="34" charset="0"/>
                <a:cs typeface="Arial" charset="0"/>
              </a:defRPr>
            </a:lvl2pPr>
            <a:lvl3pPr algn="l" defTabSz="457140" rtl="0" eaLnBrk="0" fontAlgn="base" hangingPunct="0">
              <a:spcBef>
                <a:spcPct val="0"/>
              </a:spcBef>
              <a:spcAft>
                <a:spcPct val="0"/>
              </a:spcAft>
              <a:defRPr kumimoji="1" sz="2600" b="1">
                <a:solidFill>
                  <a:srgbClr val="0E0E3A"/>
                </a:solidFill>
                <a:latin typeface="Tahoma" pitchFamily="34" charset="0"/>
                <a:cs typeface="Arial" charset="0"/>
              </a:defRPr>
            </a:lvl3pPr>
            <a:lvl4pPr algn="l" defTabSz="457140" rtl="0" eaLnBrk="0" fontAlgn="base" hangingPunct="0">
              <a:spcBef>
                <a:spcPct val="0"/>
              </a:spcBef>
              <a:spcAft>
                <a:spcPct val="0"/>
              </a:spcAft>
              <a:defRPr kumimoji="1" sz="2600" b="1">
                <a:solidFill>
                  <a:srgbClr val="0E0E3A"/>
                </a:solidFill>
                <a:latin typeface="Tahoma" pitchFamily="34" charset="0"/>
                <a:cs typeface="Arial" charset="0"/>
              </a:defRPr>
            </a:lvl4pPr>
            <a:lvl5pPr algn="l" defTabSz="457140" rtl="0" eaLnBrk="0" fontAlgn="base" hangingPunct="0">
              <a:spcBef>
                <a:spcPct val="0"/>
              </a:spcBef>
              <a:spcAft>
                <a:spcPct val="0"/>
              </a:spcAft>
              <a:defRPr kumimoji="1" sz="2600" b="1">
                <a:solidFill>
                  <a:srgbClr val="0E0E3A"/>
                </a:solidFill>
                <a:latin typeface="Tahoma" pitchFamily="34" charset="0"/>
                <a:cs typeface="Arial" charset="0"/>
              </a:defRPr>
            </a:lvl5pPr>
            <a:lvl6pPr marL="457140" algn="l" defTabSz="457140" rtl="0" eaLnBrk="0" fontAlgn="base" hangingPunct="0">
              <a:spcBef>
                <a:spcPct val="0"/>
              </a:spcBef>
              <a:spcAft>
                <a:spcPct val="0"/>
              </a:spcAft>
              <a:defRPr kumimoji="1" sz="3000" b="1">
                <a:solidFill>
                  <a:schemeClr val="tx1"/>
                </a:solidFill>
                <a:latin typeface="Tahoma" pitchFamily="34" charset="0"/>
                <a:cs typeface="Arial" charset="0"/>
              </a:defRPr>
            </a:lvl6pPr>
            <a:lvl7pPr marL="914278" algn="l" defTabSz="457140" rtl="0" eaLnBrk="0" fontAlgn="base" hangingPunct="0">
              <a:spcBef>
                <a:spcPct val="0"/>
              </a:spcBef>
              <a:spcAft>
                <a:spcPct val="0"/>
              </a:spcAft>
              <a:defRPr kumimoji="1" sz="3000" b="1">
                <a:solidFill>
                  <a:schemeClr val="tx1"/>
                </a:solidFill>
                <a:latin typeface="Tahoma" pitchFamily="34" charset="0"/>
                <a:cs typeface="Arial" charset="0"/>
              </a:defRPr>
            </a:lvl7pPr>
            <a:lvl8pPr marL="1371417" algn="l" defTabSz="457140" rtl="0" eaLnBrk="0" fontAlgn="base" hangingPunct="0">
              <a:spcBef>
                <a:spcPct val="0"/>
              </a:spcBef>
              <a:spcAft>
                <a:spcPct val="0"/>
              </a:spcAft>
              <a:defRPr kumimoji="1" sz="3000" b="1">
                <a:solidFill>
                  <a:schemeClr val="tx1"/>
                </a:solidFill>
                <a:latin typeface="Tahoma" pitchFamily="34" charset="0"/>
                <a:cs typeface="Arial" charset="0"/>
              </a:defRPr>
            </a:lvl8pPr>
            <a:lvl9pPr marL="1828556" algn="l" defTabSz="457140" rtl="0" eaLnBrk="0" fontAlgn="base" hangingPunct="0">
              <a:spcBef>
                <a:spcPct val="0"/>
              </a:spcBef>
              <a:spcAft>
                <a:spcPct val="0"/>
              </a:spcAft>
              <a:defRPr kumimoji="1" sz="3000" b="1">
                <a:solidFill>
                  <a:schemeClr val="tx1"/>
                </a:solidFill>
                <a:latin typeface="Tahoma" pitchFamily="34" charset="0"/>
                <a:cs typeface="Arial" charset="0"/>
              </a:defRPr>
            </a:lvl9pPr>
          </a:lstStyle>
          <a:p>
            <a:endParaRPr lang="ja-JP" altLang="en-US" sz="2400" kern="0"/>
          </a:p>
        </p:txBody>
      </p:sp>
      <p:sp>
        <p:nvSpPr>
          <p:cNvPr id="9" name="コンテンツ プレースホルダ 2"/>
          <p:cNvSpPr txBox="1">
            <a:spLocks/>
          </p:cNvSpPr>
          <p:nvPr userDrawn="1"/>
        </p:nvSpPr>
        <p:spPr>
          <a:xfrm>
            <a:off x="812800" y="1752600"/>
            <a:ext cx="10972800" cy="4525963"/>
          </a:xfrm>
          <a:prstGeom prst="rect">
            <a:avLst/>
          </a:prstGeom>
        </p:spPr>
        <p:txBody>
          <a:bodyPr/>
          <a:lstStyle>
            <a:lvl1pPr marL="342854" indent="-342854" algn="l" defTabSz="457140" rtl="0" eaLnBrk="0" fontAlgn="base" hangingPunct="0">
              <a:spcBef>
                <a:spcPct val="20000"/>
              </a:spcBef>
              <a:spcAft>
                <a:spcPct val="0"/>
              </a:spcAft>
              <a:buFont typeface="Arial" charset="0"/>
              <a:buChar char="•"/>
              <a:defRPr kumimoji="1" sz="2000">
                <a:solidFill>
                  <a:srgbClr val="0E0E3A"/>
                </a:solidFill>
                <a:latin typeface="SST Japanese Pro Regular" pitchFamily="34" charset="-128"/>
                <a:ea typeface="SST Japanese Pro Regular" pitchFamily="34" charset="-128"/>
                <a:cs typeface="Calibri" pitchFamily="34" charset="0"/>
              </a:defRPr>
            </a:lvl1pPr>
            <a:lvl2pPr marL="742850" indent="-285712" algn="l" defTabSz="457140" rtl="0" eaLnBrk="0" fontAlgn="base" hangingPunct="0">
              <a:spcBef>
                <a:spcPct val="20000"/>
              </a:spcBef>
              <a:spcAft>
                <a:spcPct val="0"/>
              </a:spcAft>
              <a:buFont typeface="Arial" charset="0"/>
              <a:buChar char="–"/>
              <a:defRPr kumimoji="1" sz="1800">
                <a:solidFill>
                  <a:srgbClr val="0E0E3A"/>
                </a:solidFill>
                <a:latin typeface="SST Japanese Pro Regular" pitchFamily="34" charset="-128"/>
                <a:ea typeface="SST Japanese Pro Regular" pitchFamily="34" charset="-128"/>
                <a:cs typeface="Calibri" pitchFamily="34" charset="0"/>
              </a:defRPr>
            </a:lvl2pPr>
            <a:lvl3pPr marL="1142847" indent="-228570" algn="l" defTabSz="457140" rtl="0" eaLnBrk="0" fontAlgn="base" hangingPunct="0">
              <a:spcBef>
                <a:spcPct val="20000"/>
              </a:spcBef>
              <a:spcAft>
                <a:spcPct val="0"/>
              </a:spcAft>
              <a:buFont typeface="Arial" charset="0"/>
              <a:buChar char="•"/>
              <a:defRPr kumimoji="1" sz="1600">
                <a:solidFill>
                  <a:srgbClr val="0E0E3A"/>
                </a:solidFill>
                <a:latin typeface="SST Japanese Pro Regular" pitchFamily="34" charset="-128"/>
                <a:ea typeface="SST Japanese Pro Regular" pitchFamily="34" charset="-128"/>
                <a:cs typeface="Calibri" pitchFamily="34" charset="0"/>
              </a:defRPr>
            </a:lvl3pPr>
            <a:lvl4pPr marL="1599986" indent="-228570" algn="l" defTabSz="457140" rtl="0" eaLnBrk="0" fontAlgn="base" hangingPunct="0">
              <a:spcBef>
                <a:spcPct val="20000"/>
              </a:spcBef>
              <a:spcAft>
                <a:spcPct val="0"/>
              </a:spcAft>
              <a:buFont typeface="Arial" charset="0"/>
              <a:buChar char="–"/>
              <a:defRPr kumimoji="1" sz="1400">
                <a:solidFill>
                  <a:srgbClr val="0E0E3A"/>
                </a:solidFill>
                <a:latin typeface="SST Japanese Pro Regular" pitchFamily="34" charset="-128"/>
                <a:ea typeface="SST Japanese Pro Regular" pitchFamily="34" charset="-128"/>
                <a:cs typeface="Calibri" pitchFamily="34" charset="0"/>
              </a:defRPr>
            </a:lvl4pPr>
            <a:lvl5pPr marL="2057126" indent="-228570" algn="l" defTabSz="457140" rtl="0" eaLnBrk="0" fontAlgn="base" hangingPunct="0">
              <a:spcBef>
                <a:spcPct val="20000"/>
              </a:spcBef>
              <a:spcAft>
                <a:spcPct val="0"/>
              </a:spcAft>
              <a:buFont typeface="Arial" charset="0"/>
              <a:buChar char="»"/>
              <a:defRPr kumimoji="1" sz="1200">
                <a:solidFill>
                  <a:srgbClr val="0E0E3A"/>
                </a:solidFill>
                <a:latin typeface="SST Japanese Pro Regular" pitchFamily="34" charset="-128"/>
                <a:ea typeface="SST Japanese Pro Regular" pitchFamily="34" charset="-128"/>
                <a:cs typeface="Calibri" pitchFamily="34" charset="0"/>
              </a:defRPr>
            </a:lvl5pPr>
            <a:lvl6pPr marL="2514265" indent="-228570" algn="l" defTabSz="457140" rtl="0" eaLnBrk="0" fontAlgn="base" hangingPunct="0">
              <a:spcBef>
                <a:spcPct val="20000"/>
              </a:spcBef>
              <a:spcAft>
                <a:spcPct val="0"/>
              </a:spcAft>
              <a:buFont typeface="Arial" charset="0"/>
              <a:buChar char="»"/>
              <a:defRPr kumimoji="1" sz="1600">
                <a:solidFill>
                  <a:schemeClr val="tx1"/>
                </a:solidFill>
                <a:latin typeface="+mn-lt"/>
              </a:defRPr>
            </a:lvl6pPr>
            <a:lvl7pPr marL="2971403" indent="-228570" algn="l" defTabSz="457140" rtl="0" eaLnBrk="0" fontAlgn="base" hangingPunct="0">
              <a:spcBef>
                <a:spcPct val="20000"/>
              </a:spcBef>
              <a:spcAft>
                <a:spcPct val="0"/>
              </a:spcAft>
              <a:buFont typeface="Arial" charset="0"/>
              <a:buChar char="»"/>
              <a:defRPr kumimoji="1" sz="1600">
                <a:solidFill>
                  <a:schemeClr val="tx1"/>
                </a:solidFill>
                <a:latin typeface="+mn-lt"/>
              </a:defRPr>
            </a:lvl7pPr>
            <a:lvl8pPr marL="3428542" indent="-228570" algn="l" defTabSz="457140" rtl="0" eaLnBrk="0" fontAlgn="base" hangingPunct="0">
              <a:spcBef>
                <a:spcPct val="20000"/>
              </a:spcBef>
              <a:spcAft>
                <a:spcPct val="0"/>
              </a:spcAft>
              <a:buFont typeface="Arial" charset="0"/>
              <a:buChar char="»"/>
              <a:defRPr kumimoji="1" sz="1600">
                <a:solidFill>
                  <a:schemeClr val="tx1"/>
                </a:solidFill>
                <a:latin typeface="+mn-lt"/>
              </a:defRPr>
            </a:lvl8pPr>
            <a:lvl9pPr marL="3885681" indent="-228570" algn="l" defTabSz="457140" rtl="0" eaLnBrk="0" fontAlgn="base" hangingPunct="0">
              <a:spcBef>
                <a:spcPct val="20000"/>
              </a:spcBef>
              <a:spcAft>
                <a:spcPct val="0"/>
              </a:spcAft>
              <a:buFont typeface="Arial" charset="0"/>
              <a:buChar char="»"/>
              <a:defRPr kumimoji="1" sz="1600">
                <a:solidFill>
                  <a:schemeClr val="tx1"/>
                </a:solidFill>
                <a:latin typeface="+mn-lt"/>
              </a:defRPr>
            </a:lvl9pPr>
          </a:lstStyle>
          <a:p>
            <a:endParaRPr lang="ja-JP" altLang="en-US" sz="2000" kern="0"/>
          </a:p>
        </p:txBody>
      </p:sp>
      <p:sp>
        <p:nvSpPr>
          <p:cNvPr id="13" name="テキスト ボックス 12">
            <a:extLst>
              <a:ext uri="{FF2B5EF4-FFF2-40B4-BE49-F238E27FC236}">
                <a16:creationId xmlns:a16="http://schemas.microsoft.com/office/drawing/2014/main" id="{4F21E66A-0C75-48F9-8513-018CA8A3336D}"/>
              </a:ext>
            </a:extLst>
          </p:cNvPr>
          <p:cNvSpPr txBox="1"/>
          <p:nvPr userDrawn="1"/>
        </p:nvSpPr>
        <p:spPr>
          <a:xfrm>
            <a:off x="9831242" y="6652690"/>
            <a:ext cx="134652" cy="138499"/>
          </a:xfrm>
          <a:prstGeom prst="rect">
            <a:avLst/>
          </a:prstGeom>
          <a:noFill/>
        </p:spPr>
        <p:txBody>
          <a:bodyPr wrap="none" lIns="0" tIns="0" rIns="0" bIns="0" rtlCol="0">
            <a:spAutoFit/>
          </a:bodyPr>
          <a:lstStyle/>
          <a:p>
            <a:pPr algn="r"/>
            <a:fld id="{E37363DB-1377-DD45-B074-12299B33D191}" type="slidenum">
              <a:rPr kumimoji="1" lang="en-US" altLang="ja-JP" sz="900" dirty="0">
                <a:solidFill>
                  <a:schemeClr val="bg1"/>
                </a:solidFill>
                <a:latin typeface="SST" panose="020B0504030504020204" pitchFamily="34" charset="0"/>
                <a:ea typeface="SST Japanese Pro" panose="020B0504030504020204" pitchFamily="34" charset="-128"/>
                <a:cs typeface="Arial" panose="020B0604020202020204" pitchFamily="34" charset="0"/>
              </a:rPr>
              <a:t>‹#›</a:t>
            </a:fld>
            <a:endParaRPr kumimoji="1" lang="ja-JP" altLang="en-US" sz="900">
              <a:solidFill>
                <a:schemeClr val="bg1"/>
              </a:solidFill>
              <a:latin typeface="SST" panose="020B0504030504020204" pitchFamily="34" charset="0"/>
              <a:ea typeface="SST Japanese Pro" panose="020B0504030504020204" pitchFamily="34" charset="-128"/>
              <a:cs typeface="Arial" panose="020B0604020202020204" pitchFamily="34" charset="0"/>
            </a:endParaRPr>
          </a:p>
        </p:txBody>
      </p:sp>
      <p:sp>
        <p:nvSpPr>
          <p:cNvPr id="4" name="テキスト ボックス 3">
            <a:extLst>
              <a:ext uri="{FF2B5EF4-FFF2-40B4-BE49-F238E27FC236}">
                <a16:creationId xmlns:a16="http://schemas.microsoft.com/office/drawing/2014/main" id="{B80F94F9-5DD8-0FCC-A180-52F21F71C9A9}"/>
              </a:ext>
            </a:extLst>
          </p:cNvPr>
          <p:cNvSpPr txBox="1"/>
          <p:nvPr userDrawn="1"/>
        </p:nvSpPr>
        <p:spPr>
          <a:xfrm>
            <a:off x="2234852" y="6597566"/>
            <a:ext cx="2163242" cy="215444"/>
          </a:xfrm>
          <a:prstGeom prst="rect">
            <a:avLst/>
          </a:prstGeom>
          <a:noFill/>
        </p:spPr>
        <p:txBody>
          <a:bodyPr wrap="square" rtlCol="0">
            <a:spAutoFit/>
          </a:bodyPr>
          <a:lstStyle/>
          <a:p>
            <a:r>
              <a:rPr kumimoji="1" lang="ja-JP" altLang="en-US" sz="800" b="1">
                <a:solidFill>
                  <a:schemeClr val="bg1"/>
                </a:solidFill>
                <a:latin typeface="SST Japanese Pro Regular" pitchFamily="34" charset="-128"/>
                <a:ea typeface="SST Japanese Pro Regular" pitchFamily="34" charset="-128"/>
              </a:rPr>
              <a:t>無断複写・複製・転載はご遠慮ください</a:t>
            </a:r>
          </a:p>
        </p:txBody>
      </p:sp>
    </p:spTree>
    <p:extLst>
      <p:ext uri="{BB962C8B-B14F-4D97-AF65-F5344CB8AC3E}">
        <p14:creationId xmlns:p14="http://schemas.microsoft.com/office/powerpoint/2010/main" val="1205204366"/>
      </p:ext>
    </p:extLst>
  </p:cSld>
  <p:clrMap bg1="lt1" tx1="dk1" bg2="lt2" tx2="dk2" accent1="accent1" accent2="accent2" accent3="accent3" accent4="accent4" accent5="accent5" accent6="accent6" hlink="hlink" folHlink="folHlink"/>
  <p:sldLayoutIdLst>
    <p:sldLayoutId id="2147483663" r:id="rId1"/>
    <p:sldLayoutId id="2147483665" r:id="rId2"/>
    <p:sldLayoutId id="2147483664" r:id="rId3"/>
    <p:sldLayoutId id="2147483706" r:id="rId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457140" rtl="0" eaLnBrk="0" fontAlgn="base" hangingPunct="0">
        <a:spcBef>
          <a:spcPct val="0"/>
        </a:spcBef>
        <a:spcAft>
          <a:spcPct val="0"/>
        </a:spcAft>
        <a:defRPr kumimoji="1" sz="2000" b="1" i="0">
          <a:solidFill>
            <a:srgbClr val="0E0E3A"/>
          </a:solidFill>
          <a:effectLst/>
          <a:latin typeface="SST Japanese Pro Regular"/>
          <a:ea typeface="SST Japanese Pro Regular"/>
          <a:cs typeface="SST Japanese Pro Regular"/>
        </a:defRPr>
      </a:lvl1pPr>
      <a:lvl2pPr algn="l" defTabSz="457140" rtl="0" eaLnBrk="0" fontAlgn="base" hangingPunct="0">
        <a:spcBef>
          <a:spcPct val="0"/>
        </a:spcBef>
        <a:spcAft>
          <a:spcPct val="0"/>
        </a:spcAft>
        <a:defRPr kumimoji="1" sz="2600" b="1">
          <a:solidFill>
            <a:srgbClr val="0E0E3A"/>
          </a:solidFill>
          <a:latin typeface="Tahoma" pitchFamily="34" charset="0"/>
          <a:cs typeface="Arial" charset="0"/>
        </a:defRPr>
      </a:lvl2pPr>
      <a:lvl3pPr algn="l" defTabSz="457140" rtl="0" eaLnBrk="0" fontAlgn="base" hangingPunct="0">
        <a:spcBef>
          <a:spcPct val="0"/>
        </a:spcBef>
        <a:spcAft>
          <a:spcPct val="0"/>
        </a:spcAft>
        <a:defRPr kumimoji="1" sz="2600" b="1">
          <a:solidFill>
            <a:srgbClr val="0E0E3A"/>
          </a:solidFill>
          <a:latin typeface="Tahoma" pitchFamily="34" charset="0"/>
          <a:cs typeface="Arial" charset="0"/>
        </a:defRPr>
      </a:lvl3pPr>
      <a:lvl4pPr algn="l" defTabSz="457140" rtl="0" eaLnBrk="0" fontAlgn="base" hangingPunct="0">
        <a:spcBef>
          <a:spcPct val="0"/>
        </a:spcBef>
        <a:spcAft>
          <a:spcPct val="0"/>
        </a:spcAft>
        <a:defRPr kumimoji="1" sz="2600" b="1">
          <a:solidFill>
            <a:srgbClr val="0E0E3A"/>
          </a:solidFill>
          <a:latin typeface="Tahoma" pitchFamily="34" charset="0"/>
          <a:cs typeface="Arial" charset="0"/>
        </a:defRPr>
      </a:lvl4pPr>
      <a:lvl5pPr algn="l" defTabSz="457140" rtl="0" eaLnBrk="0" fontAlgn="base" hangingPunct="0">
        <a:spcBef>
          <a:spcPct val="0"/>
        </a:spcBef>
        <a:spcAft>
          <a:spcPct val="0"/>
        </a:spcAft>
        <a:defRPr kumimoji="1" sz="2600" b="1">
          <a:solidFill>
            <a:srgbClr val="0E0E3A"/>
          </a:solidFill>
          <a:latin typeface="Tahoma" pitchFamily="34" charset="0"/>
          <a:cs typeface="Arial" charset="0"/>
        </a:defRPr>
      </a:lvl5pPr>
      <a:lvl6pPr marL="457140" algn="l" defTabSz="457140" rtl="0" eaLnBrk="0" fontAlgn="base" hangingPunct="0">
        <a:spcBef>
          <a:spcPct val="0"/>
        </a:spcBef>
        <a:spcAft>
          <a:spcPct val="0"/>
        </a:spcAft>
        <a:defRPr kumimoji="1" sz="3000" b="1">
          <a:solidFill>
            <a:schemeClr val="tx1"/>
          </a:solidFill>
          <a:latin typeface="Tahoma" pitchFamily="34" charset="0"/>
          <a:cs typeface="Arial" charset="0"/>
        </a:defRPr>
      </a:lvl6pPr>
      <a:lvl7pPr marL="914278" algn="l" defTabSz="457140" rtl="0" eaLnBrk="0" fontAlgn="base" hangingPunct="0">
        <a:spcBef>
          <a:spcPct val="0"/>
        </a:spcBef>
        <a:spcAft>
          <a:spcPct val="0"/>
        </a:spcAft>
        <a:defRPr kumimoji="1" sz="3000" b="1">
          <a:solidFill>
            <a:schemeClr val="tx1"/>
          </a:solidFill>
          <a:latin typeface="Tahoma" pitchFamily="34" charset="0"/>
          <a:cs typeface="Arial" charset="0"/>
        </a:defRPr>
      </a:lvl7pPr>
      <a:lvl8pPr marL="1371417" algn="l" defTabSz="457140" rtl="0" eaLnBrk="0" fontAlgn="base" hangingPunct="0">
        <a:spcBef>
          <a:spcPct val="0"/>
        </a:spcBef>
        <a:spcAft>
          <a:spcPct val="0"/>
        </a:spcAft>
        <a:defRPr kumimoji="1" sz="3000" b="1">
          <a:solidFill>
            <a:schemeClr val="tx1"/>
          </a:solidFill>
          <a:latin typeface="Tahoma" pitchFamily="34" charset="0"/>
          <a:cs typeface="Arial" charset="0"/>
        </a:defRPr>
      </a:lvl8pPr>
      <a:lvl9pPr marL="1828556" algn="l" defTabSz="457140" rtl="0" eaLnBrk="0" fontAlgn="base" hangingPunct="0">
        <a:spcBef>
          <a:spcPct val="0"/>
        </a:spcBef>
        <a:spcAft>
          <a:spcPct val="0"/>
        </a:spcAft>
        <a:defRPr kumimoji="1" sz="3000" b="1">
          <a:solidFill>
            <a:schemeClr val="tx1"/>
          </a:solidFill>
          <a:latin typeface="Tahoma" pitchFamily="34" charset="0"/>
          <a:cs typeface="Arial" charset="0"/>
        </a:defRPr>
      </a:lvl9pPr>
    </p:titleStyle>
    <p:bodyStyle>
      <a:lvl1pPr marL="342854" indent="-342854" algn="l" defTabSz="457140" rtl="0" eaLnBrk="0" fontAlgn="base" hangingPunct="0">
        <a:spcBef>
          <a:spcPct val="20000"/>
        </a:spcBef>
        <a:spcAft>
          <a:spcPct val="0"/>
        </a:spcAft>
        <a:buFont typeface="Arial" charset="0"/>
        <a:buChar char="•"/>
        <a:defRPr kumimoji="1" sz="3200">
          <a:solidFill>
            <a:srgbClr val="0E0E3A"/>
          </a:solidFill>
          <a:latin typeface="Calibri" pitchFamily="34" charset="0"/>
          <a:ea typeface="+mn-ea"/>
          <a:cs typeface="Calibri" pitchFamily="34" charset="0"/>
        </a:defRPr>
      </a:lvl1pPr>
      <a:lvl2pPr marL="742850" indent="-285712" algn="l" defTabSz="457140" rtl="0" eaLnBrk="0" fontAlgn="base" hangingPunct="0">
        <a:spcBef>
          <a:spcPct val="20000"/>
        </a:spcBef>
        <a:spcAft>
          <a:spcPct val="0"/>
        </a:spcAft>
        <a:buFont typeface="Arial" charset="0"/>
        <a:buChar char="–"/>
        <a:defRPr kumimoji="1" sz="2800">
          <a:solidFill>
            <a:srgbClr val="0E0E3A"/>
          </a:solidFill>
          <a:latin typeface="Calibri" pitchFamily="34" charset="0"/>
          <a:cs typeface="Calibri" pitchFamily="34" charset="0"/>
        </a:defRPr>
      </a:lvl2pPr>
      <a:lvl3pPr marL="1142847" indent="-228570" algn="l" defTabSz="457140" rtl="0" eaLnBrk="0" fontAlgn="base" hangingPunct="0">
        <a:spcBef>
          <a:spcPct val="20000"/>
        </a:spcBef>
        <a:spcAft>
          <a:spcPct val="0"/>
        </a:spcAft>
        <a:buFont typeface="Arial" charset="0"/>
        <a:buChar char="•"/>
        <a:defRPr kumimoji="1" sz="2400">
          <a:solidFill>
            <a:srgbClr val="0E0E3A"/>
          </a:solidFill>
          <a:latin typeface="Calibri" pitchFamily="34" charset="0"/>
          <a:cs typeface="Calibri" pitchFamily="34" charset="0"/>
        </a:defRPr>
      </a:lvl3pPr>
      <a:lvl4pPr marL="1599986" indent="-228570" algn="l" defTabSz="457140" rtl="0" eaLnBrk="0" fontAlgn="base" hangingPunct="0">
        <a:spcBef>
          <a:spcPct val="20000"/>
        </a:spcBef>
        <a:spcAft>
          <a:spcPct val="0"/>
        </a:spcAft>
        <a:buFont typeface="Arial" charset="0"/>
        <a:buChar char="–"/>
        <a:defRPr kumimoji="1" sz="2000">
          <a:solidFill>
            <a:srgbClr val="0E0E3A"/>
          </a:solidFill>
          <a:latin typeface="Calibri" pitchFamily="34" charset="0"/>
          <a:cs typeface="Calibri" pitchFamily="34" charset="0"/>
        </a:defRPr>
      </a:lvl4pPr>
      <a:lvl5pPr marL="2057126" indent="-228570" algn="l" defTabSz="457140" rtl="0" eaLnBrk="0" fontAlgn="base" hangingPunct="0">
        <a:spcBef>
          <a:spcPct val="20000"/>
        </a:spcBef>
        <a:spcAft>
          <a:spcPct val="0"/>
        </a:spcAft>
        <a:buFont typeface="Arial" charset="0"/>
        <a:buChar char="»"/>
        <a:defRPr kumimoji="1">
          <a:solidFill>
            <a:srgbClr val="0E0E3A"/>
          </a:solidFill>
          <a:latin typeface="Calibri" pitchFamily="34" charset="0"/>
          <a:cs typeface="Calibri" pitchFamily="34" charset="0"/>
        </a:defRPr>
      </a:lvl5pPr>
      <a:lvl6pPr marL="2514265" indent="-228570" algn="l" defTabSz="457140" rtl="0" eaLnBrk="0" fontAlgn="base" hangingPunct="0">
        <a:spcBef>
          <a:spcPct val="20000"/>
        </a:spcBef>
        <a:spcAft>
          <a:spcPct val="0"/>
        </a:spcAft>
        <a:buFont typeface="Arial" charset="0"/>
        <a:buChar char="»"/>
        <a:defRPr kumimoji="1" sz="1600">
          <a:solidFill>
            <a:schemeClr val="tx1"/>
          </a:solidFill>
          <a:latin typeface="+mn-lt"/>
        </a:defRPr>
      </a:lvl6pPr>
      <a:lvl7pPr marL="2971403" indent="-228570" algn="l" defTabSz="457140" rtl="0" eaLnBrk="0" fontAlgn="base" hangingPunct="0">
        <a:spcBef>
          <a:spcPct val="20000"/>
        </a:spcBef>
        <a:spcAft>
          <a:spcPct val="0"/>
        </a:spcAft>
        <a:buFont typeface="Arial" charset="0"/>
        <a:buChar char="»"/>
        <a:defRPr kumimoji="1" sz="1600">
          <a:solidFill>
            <a:schemeClr val="tx1"/>
          </a:solidFill>
          <a:latin typeface="+mn-lt"/>
        </a:defRPr>
      </a:lvl7pPr>
      <a:lvl8pPr marL="3428542" indent="-228570" algn="l" defTabSz="457140" rtl="0" eaLnBrk="0" fontAlgn="base" hangingPunct="0">
        <a:spcBef>
          <a:spcPct val="20000"/>
        </a:spcBef>
        <a:spcAft>
          <a:spcPct val="0"/>
        </a:spcAft>
        <a:buFont typeface="Arial" charset="0"/>
        <a:buChar char="»"/>
        <a:defRPr kumimoji="1" sz="1600">
          <a:solidFill>
            <a:schemeClr val="tx1"/>
          </a:solidFill>
          <a:latin typeface="+mn-lt"/>
        </a:defRPr>
      </a:lvl8pPr>
      <a:lvl9pPr marL="3885681" indent="-228570" algn="l" defTabSz="457140" rtl="0" eaLnBrk="0" fontAlgn="base" hangingPunct="0">
        <a:spcBef>
          <a:spcPct val="20000"/>
        </a:spcBef>
        <a:spcAft>
          <a:spcPct val="0"/>
        </a:spcAft>
        <a:buFont typeface="Arial" charset="0"/>
        <a:buChar char="»"/>
        <a:defRPr kumimoji="1" sz="1600">
          <a:solidFill>
            <a:schemeClr val="tx1"/>
          </a:solidFill>
          <a:latin typeface="+mn-lt"/>
        </a:defRPr>
      </a:lvl9pPr>
    </p:bodyStyle>
    <p:otherStyle>
      <a:defPPr>
        <a:defRPr lang="ja-JP"/>
      </a:defPPr>
      <a:lvl1pPr marL="0" algn="l" defTabSz="914278" rtl="0" eaLnBrk="1" latinLnBrk="0" hangingPunct="1">
        <a:defRPr kumimoji="1" sz="1800" kern="1200">
          <a:solidFill>
            <a:schemeClr val="tx1"/>
          </a:solidFill>
          <a:latin typeface="+mn-lt"/>
          <a:ea typeface="+mn-ea"/>
          <a:cs typeface="+mn-cs"/>
        </a:defRPr>
      </a:lvl1pPr>
      <a:lvl2pPr marL="457140" algn="l" defTabSz="914278" rtl="0" eaLnBrk="1" latinLnBrk="0" hangingPunct="1">
        <a:defRPr kumimoji="1" sz="1800" kern="1200">
          <a:solidFill>
            <a:schemeClr val="tx1"/>
          </a:solidFill>
          <a:latin typeface="+mn-lt"/>
          <a:ea typeface="+mn-ea"/>
          <a:cs typeface="+mn-cs"/>
        </a:defRPr>
      </a:lvl2pPr>
      <a:lvl3pPr marL="914278" algn="l" defTabSz="914278" rtl="0" eaLnBrk="1" latinLnBrk="0" hangingPunct="1">
        <a:defRPr kumimoji="1" sz="1800" kern="1200">
          <a:solidFill>
            <a:schemeClr val="tx1"/>
          </a:solidFill>
          <a:latin typeface="+mn-lt"/>
          <a:ea typeface="+mn-ea"/>
          <a:cs typeface="+mn-cs"/>
        </a:defRPr>
      </a:lvl3pPr>
      <a:lvl4pPr marL="1371417" algn="l" defTabSz="914278" rtl="0" eaLnBrk="1" latinLnBrk="0" hangingPunct="1">
        <a:defRPr kumimoji="1" sz="1800" kern="1200">
          <a:solidFill>
            <a:schemeClr val="tx1"/>
          </a:solidFill>
          <a:latin typeface="+mn-lt"/>
          <a:ea typeface="+mn-ea"/>
          <a:cs typeface="+mn-cs"/>
        </a:defRPr>
      </a:lvl4pPr>
      <a:lvl5pPr marL="1828556" algn="l" defTabSz="914278" rtl="0" eaLnBrk="1" latinLnBrk="0" hangingPunct="1">
        <a:defRPr kumimoji="1" sz="1800" kern="1200">
          <a:solidFill>
            <a:schemeClr val="tx1"/>
          </a:solidFill>
          <a:latin typeface="+mn-lt"/>
          <a:ea typeface="+mn-ea"/>
          <a:cs typeface="+mn-cs"/>
        </a:defRPr>
      </a:lvl5pPr>
      <a:lvl6pPr marL="2285696" algn="l" defTabSz="914278" rtl="0" eaLnBrk="1" latinLnBrk="0" hangingPunct="1">
        <a:defRPr kumimoji="1" sz="1800" kern="1200">
          <a:solidFill>
            <a:schemeClr val="tx1"/>
          </a:solidFill>
          <a:latin typeface="+mn-lt"/>
          <a:ea typeface="+mn-ea"/>
          <a:cs typeface="+mn-cs"/>
        </a:defRPr>
      </a:lvl6pPr>
      <a:lvl7pPr marL="2742834" algn="l" defTabSz="914278" rtl="0" eaLnBrk="1" latinLnBrk="0" hangingPunct="1">
        <a:defRPr kumimoji="1" sz="1800" kern="1200">
          <a:solidFill>
            <a:schemeClr val="tx1"/>
          </a:solidFill>
          <a:latin typeface="+mn-lt"/>
          <a:ea typeface="+mn-ea"/>
          <a:cs typeface="+mn-cs"/>
        </a:defRPr>
      </a:lvl7pPr>
      <a:lvl8pPr marL="3199972" algn="l" defTabSz="914278" rtl="0" eaLnBrk="1" latinLnBrk="0" hangingPunct="1">
        <a:defRPr kumimoji="1" sz="1800" kern="1200">
          <a:solidFill>
            <a:schemeClr val="tx1"/>
          </a:solidFill>
          <a:latin typeface="+mn-lt"/>
          <a:ea typeface="+mn-ea"/>
          <a:cs typeface="+mn-cs"/>
        </a:defRPr>
      </a:lvl8pPr>
      <a:lvl9pPr marL="3657112" algn="l" defTabSz="914278"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7"/>
          <p:cNvPicPr preferRelativeResize="0"/>
          <p:nvPr/>
        </p:nvPicPr>
        <p:blipFill rotWithShape="1">
          <a:blip r:embed="rId6">
            <a:alphaModFix/>
          </a:blip>
          <a:srcRect r="21889"/>
          <a:stretch/>
        </p:blipFill>
        <p:spPr>
          <a:xfrm>
            <a:off x="0" y="6537818"/>
            <a:ext cx="12192000" cy="320182"/>
          </a:xfrm>
          <a:prstGeom prst="rect">
            <a:avLst/>
          </a:prstGeom>
          <a:noFill/>
          <a:ln>
            <a:noFill/>
          </a:ln>
        </p:spPr>
      </p:pic>
      <p:sp>
        <p:nvSpPr>
          <p:cNvPr id="11" name="Google Shape;11;p17"/>
          <p:cNvSpPr/>
          <p:nvPr/>
        </p:nvSpPr>
        <p:spPr>
          <a:xfrm>
            <a:off x="10644336" y="6540169"/>
            <a:ext cx="1547664" cy="317831"/>
          </a:xfrm>
          <a:prstGeom prst="rect">
            <a:avLst/>
          </a:prstGeom>
          <a:solidFill>
            <a:srgbClr val="DC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200" b="0" i="0" u="none" strike="noStrike" cap="none">
                <a:solidFill>
                  <a:schemeClr val="lt1"/>
                </a:solidFill>
                <a:latin typeface="Arial"/>
                <a:ea typeface="Arial"/>
                <a:cs typeface="Arial"/>
                <a:sym typeface="Arial"/>
              </a:rPr>
              <a:t>Confidential</a:t>
            </a:r>
            <a:endParaRPr sz="1200" b="0" i="0" u="none" strike="noStrike" cap="none">
              <a:solidFill>
                <a:schemeClr val="lt1"/>
              </a:solidFill>
              <a:latin typeface="Arial"/>
              <a:ea typeface="Arial"/>
              <a:cs typeface="Arial"/>
              <a:sym typeface="Arial"/>
            </a:endParaRPr>
          </a:p>
        </p:txBody>
      </p:sp>
      <p:sp>
        <p:nvSpPr>
          <p:cNvPr id="12" name="Google Shape;12;p17"/>
          <p:cNvSpPr txBo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342854" marR="0" lvl="0" indent="-215854" algn="l" rtl="0">
              <a:spcBef>
                <a:spcPts val="0"/>
              </a:spcBef>
              <a:spcAft>
                <a:spcPts val="0"/>
              </a:spcAft>
              <a:buClr>
                <a:srgbClr val="0E0E3A"/>
              </a:buClr>
              <a:buSzPts val="2000"/>
              <a:buFont typeface="Arial"/>
              <a:buNone/>
            </a:pPr>
            <a:endParaRPr sz="2000" b="0" i="0" u="none" strike="noStrike" cap="none">
              <a:solidFill>
                <a:srgbClr val="0E0E3A"/>
              </a:solidFill>
              <a:latin typeface="Arial"/>
              <a:ea typeface="Arial"/>
              <a:cs typeface="Arial"/>
              <a:sym typeface="Arial"/>
            </a:endParaRPr>
          </a:p>
        </p:txBody>
      </p:sp>
      <p:sp>
        <p:nvSpPr>
          <p:cNvPr id="13" name="Google Shape;13;p17"/>
          <p:cNvSpPr txBox="1"/>
          <p:nvPr/>
        </p:nvSpPr>
        <p:spPr>
          <a:xfrm>
            <a:off x="431375" y="358784"/>
            <a:ext cx="10177131" cy="4476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1" i="0" u="none" strike="noStrike" cap="none">
              <a:solidFill>
                <a:srgbClr val="0E0E3A"/>
              </a:solidFill>
              <a:latin typeface="Arial"/>
              <a:ea typeface="Arial"/>
              <a:cs typeface="Arial"/>
              <a:sym typeface="Arial"/>
            </a:endParaRPr>
          </a:p>
        </p:txBody>
      </p:sp>
      <p:sp>
        <p:nvSpPr>
          <p:cNvPr id="14" name="Google Shape;14;p17"/>
          <p:cNvSpPr txBox="1"/>
          <p:nvPr/>
        </p:nvSpPr>
        <p:spPr>
          <a:xfrm>
            <a:off x="812800" y="1752600"/>
            <a:ext cx="10972800" cy="4525963"/>
          </a:xfrm>
          <a:prstGeom prst="rect">
            <a:avLst/>
          </a:prstGeom>
          <a:noFill/>
          <a:ln>
            <a:noFill/>
          </a:ln>
        </p:spPr>
        <p:txBody>
          <a:bodyPr spcFirstLastPara="1" wrap="square" lIns="91425" tIns="45700" rIns="91425" bIns="45700" anchor="t" anchorCtr="0">
            <a:noAutofit/>
          </a:bodyPr>
          <a:lstStyle/>
          <a:p>
            <a:pPr marL="342854" marR="0" lvl="0" indent="-215854" algn="l" rtl="0">
              <a:spcBef>
                <a:spcPts val="0"/>
              </a:spcBef>
              <a:spcAft>
                <a:spcPts val="0"/>
              </a:spcAft>
              <a:buClr>
                <a:srgbClr val="0E0E3A"/>
              </a:buClr>
              <a:buSzPts val="2000"/>
              <a:buFont typeface="Arial"/>
              <a:buNone/>
            </a:pPr>
            <a:endParaRPr sz="2000" b="0" i="0" u="none" strike="noStrike" cap="none">
              <a:solidFill>
                <a:srgbClr val="0E0E3A"/>
              </a:solidFill>
              <a:latin typeface="Arial"/>
              <a:ea typeface="Arial"/>
              <a:cs typeface="Arial"/>
              <a:sym typeface="Arial"/>
            </a:endParaRPr>
          </a:p>
        </p:txBody>
      </p:sp>
      <p:sp>
        <p:nvSpPr>
          <p:cNvPr id="15" name="Google Shape;15;p17"/>
          <p:cNvSpPr txBox="1"/>
          <p:nvPr/>
        </p:nvSpPr>
        <p:spPr>
          <a:xfrm>
            <a:off x="9831242" y="6652690"/>
            <a:ext cx="134652" cy="138499"/>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fld id="{00000000-1234-1234-1234-123412341234}" type="slidenum">
              <a:rPr lang="ja-JP" sz="900" b="0" i="0" u="none" strike="noStrike" cap="none">
                <a:solidFill>
                  <a:schemeClr val="lt1"/>
                </a:solidFill>
                <a:latin typeface="Arial"/>
                <a:ea typeface="Arial"/>
                <a:cs typeface="Arial"/>
                <a:sym typeface="Arial"/>
              </a:rPr>
              <a:t>‹#›</a:t>
            </a:fld>
            <a:endParaRPr sz="900" b="0" i="0" u="none" strike="noStrike" cap="none">
              <a:solidFill>
                <a:schemeClr val="lt1"/>
              </a:solidFill>
              <a:latin typeface="Arial"/>
              <a:ea typeface="Arial"/>
              <a:cs typeface="Arial"/>
              <a:sym typeface="Arial"/>
            </a:endParaRPr>
          </a:p>
        </p:txBody>
      </p:sp>
      <p:sp>
        <p:nvSpPr>
          <p:cNvPr id="16" name="Google Shape;16;p17"/>
          <p:cNvSpPr txBox="1"/>
          <p:nvPr/>
        </p:nvSpPr>
        <p:spPr>
          <a:xfrm>
            <a:off x="2234852" y="6597566"/>
            <a:ext cx="2163242"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800" b="1" i="0" u="none" strike="noStrike" cap="none">
                <a:solidFill>
                  <a:schemeClr val="lt1"/>
                </a:solidFill>
                <a:latin typeface="Arial"/>
                <a:ea typeface="Arial"/>
                <a:cs typeface="Arial"/>
                <a:sym typeface="Arial"/>
              </a:rPr>
              <a:t>無断複写・複製・転載はご遠慮ください</a:t>
            </a:r>
            <a:endParaRPr/>
          </a:p>
        </p:txBody>
      </p:sp>
    </p:spTree>
    <p:extLst>
      <p:ext uri="{BB962C8B-B14F-4D97-AF65-F5344CB8AC3E}">
        <p14:creationId xmlns:p14="http://schemas.microsoft.com/office/powerpoint/2010/main" val="3713789475"/>
      </p:ext>
    </p:extLst>
  </p:cSld>
  <p:clrMap bg1="lt1" tx1="dk1" bg2="dk2" tx2="lt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sv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lIns="91440" tIns="45720" rIns="91440" bIns="45720" anchor="ctr" anchorCtr="0"/>
          <a:lstStyle/>
          <a:p>
            <a:r>
              <a:rPr lang="ja-JP" altLang="en-US" sz="3600" dirty="0"/>
              <a:t>Day</a:t>
            </a:r>
            <a:r>
              <a:rPr lang="en-US" altLang="ja-JP" sz="3600" dirty="0"/>
              <a:t>2</a:t>
            </a:r>
            <a:r>
              <a:rPr lang="ja-JP" altLang="en-US" sz="3600" dirty="0"/>
              <a:t> </a:t>
            </a:r>
            <a:br>
              <a:rPr lang="ja-JP" altLang="en-US" sz="3600" dirty="0"/>
            </a:br>
            <a:r>
              <a:rPr lang="ja-JP" altLang="en-US" sz="3600" dirty="0"/>
              <a:t>ワークシート</a:t>
            </a:r>
          </a:p>
        </p:txBody>
      </p:sp>
    </p:spTree>
    <p:extLst>
      <p:ext uri="{BB962C8B-B14F-4D97-AF65-F5344CB8AC3E}">
        <p14:creationId xmlns:p14="http://schemas.microsoft.com/office/powerpoint/2010/main" val="32901922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テキスト プレースホルダー 15">
            <a:extLst>
              <a:ext uri="{FF2B5EF4-FFF2-40B4-BE49-F238E27FC236}">
                <a16:creationId xmlns:a16="http://schemas.microsoft.com/office/drawing/2014/main" id="{6778D2FC-AACF-F5D3-133A-BC84643A6683}"/>
              </a:ext>
            </a:extLst>
          </p:cNvPr>
          <p:cNvSpPr>
            <a:spLocks noGrp="1"/>
          </p:cNvSpPr>
          <p:nvPr>
            <p:ph type="body" sz="quarter" idx="10"/>
          </p:nvPr>
        </p:nvSpPr>
        <p:spPr/>
        <p:txBody>
          <a:bodyPr/>
          <a:lstStyle/>
          <a:p>
            <a:endParaRPr lang="ja-JP" altLang="en-US"/>
          </a:p>
        </p:txBody>
      </p:sp>
      <p:sp>
        <p:nvSpPr>
          <p:cNvPr id="17" name="テキスト プレースホルダー 16">
            <a:extLst>
              <a:ext uri="{FF2B5EF4-FFF2-40B4-BE49-F238E27FC236}">
                <a16:creationId xmlns:a16="http://schemas.microsoft.com/office/drawing/2014/main" id="{8A424DEC-9BC3-8090-D580-D955651DAC55}"/>
              </a:ext>
            </a:extLst>
          </p:cNvPr>
          <p:cNvSpPr>
            <a:spLocks noGrp="1"/>
          </p:cNvSpPr>
          <p:nvPr>
            <p:ph type="body" sz="quarter" idx="11"/>
          </p:nvPr>
        </p:nvSpPr>
        <p:spPr/>
        <p:txBody>
          <a:bodyPr/>
          <a:lstStyle/>
          <a:p>
            <a:endParaRPr lang="ja-JP" altLang="en-US" dirty="0"/>
          </a:p>
        </p:txBody>
      </p:sp>
      <p:sp>
        <p:nvSpPr>
          <p:cNvPr id="18" name="テキスト プレースホルダー 17">
            <a:extLst>
              <a:ext uri="{FF2B5EF4-FFF2-40B4-BE49-F238E27FC236}">
                <a16:creationId xmlns:a16="http://schemas.microsoft.com/office/drawing/2014/main" id="{DA0937D5-7D99-008C-1B59-61A1E27D99EB}"/>
              </a:ext>
            </a:extLst>
          </p:cNvPr>
          <p:cNvSpPr>
            <a:spLocks noGrp="1"/>
          </p:cNvSpPr>
          <p:nvPr>
            <p:ph type="body" sz="quarter" idx="12"/>
          </p:nvPr>
        </p:nvSpPr>
        <p:spPr/>
        <p:txBody>
          <a:bodyPr/>
          <a:lstStyle/>
          <a:p>
            <a:endParaRPr lang="ja-JP" altLang="en-US"/>
          </a:p>
        </p:txBody>
      </p:sp>
      <p:sp>
        <p:nvSpPr>
          <p:cNvPr id="19" name="テキスト プレースホルダー 18">
            <a:extLst>
              <a:ext uri="{FF2B5EF4-FFF2-40B4-BE49-F238E27FC236}">
                <a16:creationId xmlns:a16="http://schemas.microsoft.com/office/drawing/2014/main" id="{6C6B754E-D99E-6D25-8C83-45B4B75A2415}"/>
              </a:ext>
            </a:extLst>
          </p:cNvPr>
          <p:cNvSpPr>
            <a:spLocks noGrp="1"/>
          </p:cNvSpPr>
          <p:nvPr>
            <p:ph type="body" sz="quarter" idx="13"/>
          </p:nvPr>
        </p:nvSpPr>
        <p:spPr/>
        <p:txBody>
          <a:bodyPr/>
          <a:lstStyle/>
          <a:p>
            <a:endParaRPr lang="ja-JP" altLang="en-US"/>
          </a:p>
        </p:txBody>
      </p:sp>
      <p:sp>
        <p:nvSpPr>
          <p:cNvPr id="20" name="テキスト プレースホルダー 19">
            <a:extLst>
              <a:ext uri="{FF2B5EF4-FFF2-40B4-BE49-F238E27FC236}">
                <a16:creationId xmlns:a16="http://schemas.microsoft.com/office/drawing/2014/main" id="{52C2D886-5C1F-27A9-6AB2-D9B7B691E730}"/>
              </a:ext>
            </a:extLst>
          </p:cNvPr>
          <p:cNvSpPr>
            <a:spLocks noGrp="1"/>
          </p:cNvSpPr>
          <p:nvPr>
            <p:ph type="body" sz="quarter" idx="14"/>
          </p:nvPr>
        </p:nvSpPr>
        <p:spPr/>
        <p:txBody>
          <a:bodyPr/>
          <a:lstStyle/>
          <a:p>
            <a:endParaRPr lang="ja-JP" altLang="en-US"/>
          </a:p>
        </p:txBody>
      </p:sp>
      <p:sp>
        <p:nvSpPr>
          <p:cNvPr id="21" name="テキスト プレースホルダー 20">
            <a:extLst>
              <a:ext uri="{FF2B5EF4-FFF2-40B4-BE49-F238E27FC236}">
                <a16:creationId xmlns:a16="http://schemas.microsoft.com/office/drawing/2014/main" id="{B6F5960F-CC94-098B-BC3B-9F4278E98361}"/>
              </a:ext>
            </a:extLst>
          </p:cNvPr>
          <p:cNvSpPr>
            <a:spLocks noGrp="1"/>
          </p:cNvSpPr>
          <p:nvPr>
            <p:ph type="body" sz="quarter" idx="15"/>
          </p:nvPr>
        </p:nvSpPr>
        <p:spPr/>
        <p:txBody>
          <a:bodyPr/>
          <a:lstStyle/>
          <a:p>
            <a:endParaRPr lang="ja-JP" altLang="en-US"/>
          </a:p>
        </p:txBody>
      </p:sp>
      <p:sp>
        <p:nvSpPr>
          <p:cNvPr id="22" name="テキスト プレースホルダー 21">
            <a:extLst>
              <a:ext uri="{FF2B5EF4-FFF2-40B4-BE49-F238E27FC236}">
                <a16:creationId xmlns:a16="http://schemas.microsoft.com/office/drawing/2014/main" id="{B8D7E5C4-1AEC-DEC2-E4CA-3444382EA1C7}"/>
              </a:ext>
            </a:extLst>
          </p:cNvPr>
          <p:cNvSpPr>
            <a:spLocks noGrp="1"/>
          </p:cNvSpPr>
          <p:nvPr>
            <p:ph type="body" sz="quarter" idx="16"/>
          </p:nvPr>
        </p:nvSpPr>
        <p:spPr/>
        <p:txBody>
          <a:bodyPr/>
          <a:lstStyle/>
          <a:p>
            <a:endParaRPr lang="ja-JP" altLang="en-US"/>
          </a:p>
        </p:txBody>
      </p:sp>
      <p:sp>
        <p:nvSpPr>
          <p:cNvPr id="23" name="テキスト プレースホルダー 22">
            <a:extLst>
              <a:ext uri="{FF2B5EF4-FFF2-40B4-BE49-F238E27FC236}">
                <a16:creationId xmlns:a16="http://schemas.microsoft.com/office/drawing/2014/main" id="{A9A97DE6-A8A1-5B73-49F6-DD38456FDDFE}"/>
              </a:ext>
            </a:extLst>
          </p:cNvPr>
          <p:cNvSpPr>
            <a:spLocks noGrp="1"/>
          </p:cNvSpPr>
          <p:nvPr>
            <p:ph type="body" sz="quarter" idx="17"/>
          </p:nvPr>
        </p:nvSpPr>
        <p:spPr/>
        <p:txBody>
          <a:bodyPr/>
          <a:lstStyle/>
          <a:p>
            <a:endParaRPr lang="ja-JP" altLang="en-US"/>
          </a:p>
        </p:txBody>
      </p:sp>
      <p:sp>
        <p:nvSpPr>
          <p:cNvPr id="24" name="テキスト プレースホルダー 23">
            <a:extLst>
              <a:ext uri="{FF2B5EF4-FFF2-40B4-BE49-F238E27FC236}">
                <a16:creationId xmlns:a16="http://schemas.microsoft.com/office/drawing/2014/main" id="{B8A318E5-C64E-1B41-90E9-5A138412076F}"/>
              </a:ext>
            </a:extLst>
          </p:cNvPr>
          <p:cNvSpPr>
            <a:spLocks noGrp="1"/>
          </p:cNvSpPr>
          <p:nvPr>
            <p:ph type="body" sz="quarter" idx="18"/>
          </p:nvPr>
        </p:nvSpPr>
        <p:spPr/>
        <p:txBody>
          <a:bodyPr/>
          <a:lstStyle/>
          <a:p>
            <a:endParaRPr lang="ja-JP" altLang="en-US"/>
          </a:p>
        </p:txBody>
      </p:sp>
      <p:sp>
        <p:nvSpPr>
          <p:cNvPr id="25" name="テキスト プレースホルダー 24">
            <a:extLst>
              <a:ext uri="{FF2B5EF4-FFF2-40B4-BE49-F238E27FC236}">
                <a16:creationId xmlns:a16="http://schemas.microsoft.com/office/drawing/2014/main" id="{59417DC7-EE02-423C-4919-F1AB5C5082EC}"/>
              </a:ext>
            </a:extLst>
          </p:cNvPr>
          <p:cNvSpPr>
            <a:spLocks noGrp="1"/>
          </p:cNvSpPr>
          <p:nvPr>
            <p:ph type="body" sz="quarter" idx="19"/>
          </p:nvPr>
        </p:nvSpPr>
        <p:spPr/>
        <p:txBody>
          <a:bodyPr/>
          <a:lstStyle/>
          <a:p>
            <a:endParaRPr lang="ja-JP" altLang="en-US"/>
          </a:p>
        </p:txBody>
      </p:sp>
      <p:sp>
        <p:nvSpPr>
          <p:cNvPr id="26" name="テキスト プレースホルダー 25">
            <a:extLst>
              <a:ext uri="{FF2B5EF4-FFF2-40B4-BE49-F238E27FC236}">
                <a16:creationId xmlns:a16="http://schemas.microsoft.com/office/drawing/2014/main" id="{1091A187-E559-547B-4650-07D90E663B8B}"/>
              </a:ext>
            </a:extLst>
          </p:cNvPr>
          <p:cNvSpPr>
            <a:spLocks noGrp="1"/>
          </p:cNvSpPr>
          <p:nvPr>
            <p:ph type="body" sz="quarter" idx="20"/>
          </p:nvPr>
        </p:nvSpPr>
        <p:spPr/>
        <p:txBody>
          <a:bodyPr/>
          <a:lstStyle/>
          <a:p>
            <a:endParaRPr lang="ja-JP" altLang="en-US"/>
          </a:p>
        </p:txBody>
      </p:sp>
      <p:sp>
        <p:nvSpPr>
          <p:cNvPr id="27" name="テキスト プレースホルダー 26">
            <a:extLst>
              <a:ext uri="{FF2B5EF4-FFF2-40B4-BE49-F238E27FC236}">
                <a16:creationId xmlns:a16="http://schemas.microsoft.com/office/drawing/2014/main" id="{29483A69-E0A2-3C15-0E95-F05BB08FFAD8}"/>
              </a:ext>
            </a:extLst>
          </p:cNvPr>
          <p:cNvSpPr>
            <a:spLocks noGrp="1"/>
          </p:cNvSpPr>
          <p:nvPr>
            <p:ph type="body" sz="quarter" idx="21"/>
          </p:nvPr>
        </p:nvSpPr>
        <p:spPr/>
        <p:txBody>
          <a:bodyPr/>
          <a:lstStyle/>
          <a:p>
            <a:endParaRPr lang="ja-JP" altLang="en-US"/>
          </a:p>
        </p:txBody>
      </p:sp>
      <p:sp>
        <p:nvSpPr>
          <p:cNvPr id="28" name="図プレースホルダー 27">
            <a:extLst>
              <a:ext uri="{FF2B5EF4-FFF2-40B4-BE49-F238E27FC236}">
                <a16:creationId xmlns:a16="http://schemas.microsoft.com/office/drawing/2014/main" id="{FEA93ACF-BDE2-B2AD-D67E-D037EB995065}"/>
              </a:ext>
            </a:extLst>
          </p:cNvPr>
          <p:cNvSpPr>
            <a:spLocks noGrp="1"/>
          </p:cNvSpPr>
          <p:nvPr>
            <p:ph type="pic" sz="quarter" idx="22"/>
          </p:nvPr>
        </p:nvSpPr>
        <p:spPr/>
        <p:txBody>
          <a:bodyPr/>
          <a:lstStyle/>
          <a:p>
            <a:endParaRPr lang="ja-JP" altLang="en-US"/>
          </a:p>
        </p:txBody>
      </p:sp>
      <p:sp>
        <p:nvSpPr>
          <p:cNvPr id="29" name="図プレースホルダー 28">
            <a:extLst>
              <a:ext uri="{FF2B5EF4-FFF2-40B4-BE49-F238E27FC236}">
                <a16:creationId xmlns:a16="http://schemas.microsoft.com/office/drawing/2014/main" id="{80D37B93-91A3-E25E-F363-AA6C517B3BB3}"/>
              </a:ext>
            </a:extLst>
          </p:cNvPr>
          <p:cNvSpPr>
            <a:spLocks noGrp="1"/>
          </p:cNvSpPr>
          <p:nvPr>
            <p:ph type="pic" sz="quarter" idx="23"/>
          </p:nvPr>
        </p:nvSpPr>
        <p:spPr/>
        <p:txBody>
          <a:bodyPr/>
          <a:lstStyle/>
          <a:p>
            <a:endParaRPr lang="ja-JP" altLang="en-US"/>
          </a:p>
        </p:txBody>
      </p:sp>
      <p:sp>
        <p:nvSpPr>
          <p:cNvPr id="2" name="テキスト ボックス 1">
            <a:extLst>
              <a:ext uri="{FF2B5EF4-FFF2-40B4-BE49-F238E27FC236}">
                <a16:creationId xmlns:a16="http://schemas.microsoft.com/office/drawing/2014/main" id="{E8B38737-3067-9BED-95B9-C052E8A7CD28}"/>
              </a:ext>
            </a:extLst>
          </p:cNvPr>
          <p:cNvSpPr txBox="1"/>
          <p:nvPr/>
        </p:nvSpPr>
        <p:spPr>
          <a:xfrm>
            <a:off x="3541454" y="2713793"/>
            <a:ext cx="5109091" cy="461665"/>
          </a:xfrm>
          <a:prstGeom prst="rect">
            <a:avLst/>
          </a:prstGeom>
          <a:solidFill>
            <a:srgbClr val="00AE19"/>
          </a:solidFill>
        </p:spPr>
        <p:txBody>
          <a:bodyPr wrap="none" rtlCol="0">
            <a:spAutoFit/>
          </a:bodyPr>
          <a:lstStyle/>
          <a:p>
            <a:r>
              <a:rPr kumimoji="1" lang="ja-JP" altLang="en-US" sz="2400" b="1" dirty="0">
                <a:solidFill>
                  <a:schemeClr val="bg1"/>
                </a:solidFill>
                <a:latin typeface="SST Japanese Pro Regular" pitchFamily="34" charset="-128"/>
                <a:ea typeface="SST Japanese Pro Regular" pitchFamily="34" charset="-128"/>
              </a:rPr>
              <a:t>ビジネスモデルコアを添付ください</a:t>
            </a:r>
          </a:p>
        </p:txBody>
      </p:sp>
    </p:spTree>
    <p:extLst>
      <p:ext uri="{BB962C8B-B14F-4D97-AF65-F5344CB8AC3E}">
        <p14:creationId xmlns:p14="http://schemas.microsoft.com/office/powerpoint/2010/main" val="9540222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9">
          <a:extLst>
            <a:ext uri="{FF2B5EF4-FFF2-40B4-BE49-F238E27FC236}">
              <a16:creationId xmlns:a16="http://schemas.microsoft.com/office/drawing/2014/main" id="{4B9EDD90-6F8F-28EE-B535-A4BA3C6A95BB}"/>
            </a:ext>
          </a:extLst>
        </p:cNvPr>
        <p:cNvGrpSpPr/>
        <p:nvPr/>
      </p:nvGrpSpPr>
      <p:grpSpPr>
        <a:xfrm>
          <a:off x="0" y="0"/>
          <a:ext cx="0" cy="0"/>
          <a:chOff x="0" y="0"/>
          <a:chExt cx="0" cy="0"/>
        </a:xfrm>
      </p:grpSpPr>
      <p:sp>
        <p:nvSpPr>
          <p:cNvPr id="60" name="Google Shape;60;p2">
            <a:extLst>
              <a:ext uri="{FF2B5EF4-FFF2-40B4-BE49-F238E27FC236}">
                <a16:creationId xmlns:a16="http://schemas.microsoft.com/office/drawing/2014/main" id="{D0C75D83-809B-DAFD-D2C0-43FBC5FB6DD0}"/>
              </a:ext>
            </a:extLst>
          </p:cNvPr>
          <p:cNvSpPr txBox="1">
            <a:spLocks noGrp="1"/>
          </p:cNvSpPr>
          <p:nvPr>
            <p:ph type="body" idx="1"/>
          </p:nvPr>
        </p:nvSpPr>
        <p:spPr>
          <a:xfrm>
            <a:off x="323995" y="261382"/>
            <a:ext cx="11510085" cy="287271"/>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10253F"/>
              </a:buClr>
              <a:buSzPts val="2300"/>
              <a:buNone/>
            </a:pPr>
            <a:r>
              <a:rPr lang="ja-JP" dirty="0"/>
              <a:t>ビジネスモデルコア（顧客：</a:t>
            </a:r>
            <a:r>
              <a:rPr lang="ja-JP" altLang="en-US" dirty="0"/>
              <a:t>個人アスリート</a:t>
            </a:r>
            <a:r>
              <a:rPr lang="ja-JP" dirty="0"/>
              <a:t>）</a:t>
            </a:r>
            <a:endParaRPr dirty="0"/>
          </a:p>
        </p:txBody>
      </p:sp>
      <p:sp>
        <p:nvSpPr>
          <p:cNvPr id="61" name="Google Shape;61;p2">
            <a:extLst>
              <a:ext uri="{FF2B5EF4-FFF2-40B4-BE49-F238E27FC236}">
                <a16:creationId xmlns:a16="http://schemas.microsoft.com/office/drawing/2014/main" id="{89475294-2468-DF2D-F0FC-7ECA27AEBF0E}"/>
              </a:ext>
            </a:extLst>
          </p:cNvPr>
          <p:cNvSpPr txBox="1">
            <a:spLocks noGrp="1"/>
          </p:cNvSpPr>
          <p:nvPr>
            <p:ph type="body" idx="2"/>
          </p:nvPr>
        </p:nvSpPr>
        <p:spPr>
          <a:xfrm>
            <a:off x="734529" y="1669402"/>
            <a:ext cx="4570716" cy="5944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E0E3A"/>
              </a:buClr>
              <a:buSzPts val="1000"/>
              <a:buNone/>
            </a:pPr>
            <a:r>
              <a:rPr lang="ja-JP" altLang="en-US" dirty="0"/>
              <a:t>①成長のボトルネックを正しく特定し、自分に必要な改善を明確にできる</a:t>
            </a:r>
          </a:p>
          <a:p>
            <a:pPr marL="0" lvl="0" indent="0" algn="l" rtl="0">
              <a:spcBef>
                <a:spcPts val="0"/>
              </a:spcBef>
              <a:spcAft>
                <a:spcPts val="0"/>
              </a:spcAft>
              <a:buClr>
                <a:srgbClr val="0E0E3A"/>
              </a:buClr>
              <a:buSzPts val="1000"/>
              <a:buNone/>
            </a:pPr>
            <a:r>
              <a:rPr lang="ja-JP" altLang="en-US" dirty="0"/>
              <a:t>②不安・怪我・不調による悪循環から抜け出し、自信を持ってプレーできる</a:t>
            </a:r>
          </a:p>
          <a:p>
            <a:pPr marL="0" lvl="0" indent="0" algn="l" rtl="0">
              <a:spcBef>
                <a:spcPts val="0"/>
              </a:spcBef>
              <a:spcAft>
                <a:spcPts val="0"/>
              </a:spcAft>
              <a:buClr>
                <a:srgbClr val="0E0E3A"/>
              </a:buClr>
              <a:buSzPts val="1000"/>
              <a:buNone/>
            </a:pPr>
            <a:r>
              <a:rPr lang="ja-JP" altLang="en-US" dirty="0"/>
              <a:t>③成長を科学的に実感できる</a:t>
            </a:r>
          </a:p>
        </p:txBody>
      </p:sp>
      <p:sp>
        <p:nvSpPr>
          <p:cNvPr id="62" name="Google Shape;62;p2">
            <a:extLst>
              <a:ext uri="{FF2B5EF4-FFF2-40B4-BE49-F238E27FC236}">
                <a16:creationId xmlns:a16="http://schemas.microsoft.com/office/drawing/2014/main" id="{ED0254DD-62DC-8BB2-38E5-77FD5DBD72E5}"/>
              </a:ext>
            </a:extLst>
          </p:cNvPr>
          <p:cNvSpPr txBox="1">
            <a:spLocks noGrp="1"/>
          </p:cNvSpPr>
          <p:nvPr>
            <p:ph type="body" idx="3"/>
          </p:nvPr>
        </p:nvSpPr>
        <p:spPr>
          <a:xfrm>
            <a:off x="734529" y="2509911"/>
            <a:ext cx="2679790" cy="1609327"/>
          </a:xfrm>
          <a:prstGeom prst="rect">
            <a:avLst/>
          </a:prstGeom>
          <a:noFill/>
          <a:ln>
            <a:noFill/>
          </a:ln>
        </p:spPr>
        <p:txBody>
          <a:bodyPr spcFirstLastPara="1" wrap="square" lIns="91425" tIns="45700" rIns="91425" bIns="45700" anchor="t" anchorCtr="0">
            <a:noAutofit/>
          </a:bodyPr>
          <a:lstStyle/>
          <a:p>
            <a:pPr marL="0" lvl="0" indent="0">
              <a:spcBef>
                <a:spcPts val="0"/>
              </a:spcBef>
            </a:pPr>
            <a:r>
              <a:rPr lang="en-US" altLang="ja-JP" dirty="0"/>
              <a:t>SETAGAYA Sports Valley</a:t>
            </a:r>
            <a:r>
              <a:rPr lang="ja-JP" altLang="en-US" dirty="0"/>
              <a:t>は、トップアスリートだけでなく誰もが最先端のスポーツ科学とヘルスケアを体験できるイノベーション型スポーツ施設です。自社施設 </a:t>
            </a:r>
            <a:r>
              <a:rPr lang="en-US" altLang="ja-JP" dirty="0"/>
              <a:t>SETAGAYA QS-GARDEN</a:t>
            </a:r>
            <a:r>
              <a:rPr lang="ja-JP" altLang="en-US" dirty="0"/>
              <a:t>（天然芝グラウンド・ミーティングルーム） を活用し、測定・トレーニング・栄養指導を継続的に提供。スポット利用にとどまらず、部活動や個人に科学的支援を届け、怪我予防と成長実感を伴うハイパフォーマンスを実現します。</a:t>
            </a:r>
          </a:p>
        </p:txBody>
      </p:sp>
      <p:sp>
        <p:nvSpPr>
          <p:cNvPr id="63" name="Google Shape;63;p2">
            <a:extLst>
              <a:ext uri="{FF2B5EF4-FFF2-40B4-BE49-F238E27FC236}">
                <a16:creationId xmlns:a16="http://schemas.microsoft.com/office/drawing/2014/main" id="{678588CD-A5BE-073E-7906-BF4858BA01C8}"/>
              </a:ext>
            </a:extLst>
          </p:cNvPr>
          <p:cNvSpPr txBox="1">
            <a:spLocks noGrp="1"/>
          </p:cNvSpPr>
          <p:nvPr>
            <p:ph type="body" idx="4"/>
          </p:nvPr>
        </p:nvSpPr>
        <p:spPr>
          <a:xfrm>
            <a:off x="731521" y="4365345"/>
            <a:ext cx="4570716" cy="1138810"/>
          </a:xfrm>
          <a:prstGeom prst="rect">
            <a:avLst/>
          </a:prstGeom>
          <a:noFill/>
          <a:ln>
            <a:noFill/>
          </a:ln>
        </p:spPr>
        <p:txBody>
          <a:bodyPr spcFirstLastPara="1" wrap="square" lIns="91425" tIns="45700" rIns="91425" bIns="45700" anchor="t" anchorCtr="0">
            <a:noAutofit/>
          </a:bodyPr>
          <a:lstStyle/>
          <a:p>
            <a:pPr marL="171450" lvl="0" indent="-107950" algn="l" rtl="0">
              <a:spcBef>
                <a:spcPts val="0"/>
              </a:spcBef>
              <a:spcAft>
                <a:spcPts val="0"/>
              </a:spcAft>
              <a:buClr>
                <a:srgbClr val="0E0E3A"/>
              </a:buClr>
              <a:buSzPts val="1000"/>
              <a:buFont typeface="Arial"/>
              <a:buNone/>
            </a:pPr>
            <a:r>
              <a:rPr lang="ja-JP" altLang="en-US" dirty="0"/>
              <a:t>①科学的測定＋包括データ収集</a:t>
            </a:r>
            <a:endParaRPr lang="en-US" altLang="ja-JP" dirty="0"/>
          </a:p>
          <a:p>
            <a:pPr marL="171450" lvl="0" indent="-107950" algn="l" rtl="0">
              <a:spcBef>
                <a:spcPts val="0"/>
              </a:spcBef>
              <a:spcAft>
                <a:spcPts val="0"/>
              </a:spcAft>
              <a:buClr>
                <a:srgbClr val="0E0E3A"/>
              </a:buClr>
              <a:buSzPts val="1000"/>
              <a:buFont typeface="Arial"/>
              <a:buNone/>
            </a:pPr>
            <a:r>
              <a:rPr lang="ja-JP" altLang="en-US" dirty="0"/>
              <a:t>姿勢・動作・筋力などを簡易測定</a:t>
            </a:r>
            <a:endParaRPr lang="en-US" altLang="ja-JP" dirty="0"/>
          </a:p>
          <a:p>
            <a:pPr marL="171450" lvl="0" indent="-107950" algn="l" rtl="0">
              <a:spcBef>
                <a:spcPts val="0"/>
              </a:spcBef>
              <a:spcAft>
                <a:spcPts val="0"/>
              </a:spcAft>
              <a:buClr>
                <a:srgbClr val="0E0E3A"/>
              </a:buClr>
              <a:buSzPts val="1000"/>
              <a:buFont typeface="Arial"/>
              <a:buNone/>
            </a:pPr>
            <a:r>
              <a:rPr lang="ja-JP" altLang="en-US" dirty="0"/>
              <a:t>② 個別トレーニング＆予防プランの提示</a:t>
            </a:r>
            <a:endParaRPr lang="en-US" altLang="ja-JP" dirty="0"/>
          </a:p>
          <a:p>
            <a:pPr marL="171450" lvl="0" indent="-107950" algn="l" rtl="0">
              <a:spcBef>
                <a:spcPts val="0"/>
              </a:spcBef>
              <a:spcAft>
                <a:spcPts val="0"/>
              </a:spcAft>
              <a:buClr>
                <a:srgbClr val="0E0E3A"/>
              </a:buClr>
              <a:buSzPts val="1000"/>
              <a:buFont typeface="Arial"/>
              <a:buNone/>
            </a:pPr>
            <a:r>
              <a:rPr lang="ja-JP" altLang="en-US" dirty="0"/>
              <a:t>測定結果に基づき、個人に最適化されたトレーニングメニューを提案</a:t>
            </a:r>
            <a:endParaRPr lang="en-US" altLang="ja-JP" dirty="0"/>
          </a:p>
          <a:p>
            <a:pPr marL="171450" lvl="0" indent="-107950" algn="l" rtl="0">
              <a:spcBef>
                <a:spcPts val="0"/>
              </a:spcBef>
              <a:spcAft>
                <a:spcPts val="0"/>
              </a:spcAft>
              <a:buClr>
                <a:srgbClr val="0E0E3A"/>
              </a:buClr>
              <a:buSzPts val="1000"/>
              <a:buFont typeface="Arial"/>
              <a:buNone/>
            </a:pPr>
            <a:r>
              <a:rPr lang="ja-JP" altLang="en-US" dirty="0"/>
              <a:t>③成長の可視化ダッシュボード</a:t>
            </a:r>
            <a:endParaRPr lang="en-US" altLang="ja-JP" dirty="0"/>
          </a:p>
          <a:p>
            <a:pPr marL="171450" lvl="0" indent="-107950" algn="l" rtl="0">
              <a:spcBef>
                <a:spcPts val="0"/>
              </a:spcBef>
              <a:spcAft>
                <a:spcPts val="0"/>
              </a:spcAft>
              <a:buClr>
                <a:srgbClr val="0E0E3A"/>
              </a:buClr>
              <a:buSzPts val="1000"/>
              <a:buFont typeface="Arial"/>
              <a:buNone/>
            </a:pPr>
            <a:r>
              <a:rPr lang="ja-JP" altLang="en-US" dirty="0"/>
              <a:t>トレーニング・測定・栄養指導の記録を蓄積し、グラフで成長を見える化</a:t>
            </a:r>
            <a:endParaRPr dirty="0"/>
          </a:p>
        </p:txBody>
      </p:sp>
      <p:sp>
        <p:nvSpPr>
          <p:cNvPr id="64" name="Google Shape;64;p2">
            <a:extLst>
              <a:ext uri="{FF2B5EF4-FFF2-40B4-BE49-F238E27FC236}">
                <a16:creationId xmlns:a16="http://schemas.microsoft.com/office/drawing/2014/main" id="{61CE8187-DD4E-08B5-A4D1-5637E67683EF}"/>
              </a:ext>
            </a:extLst>
          </p:cNvPr>
          <p:cNvSpPr txBox="1">
            <a:spLocks noGrp="1"/>
          </p:cNvSpPr>
          <p:nvPr>
            <p:ph type="body" idx="5"/>
          </p:nvPr>
        </p:nvSpPr>
        <p:spPr>
          <a:xfrm>
            <a:off x="5399220" y="1607298"/>
            <a:ext cx="6171861" cy="35592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E0E3A"/>
              </a:buClr>
              <a:buSzPts val="1000"/>
              <a:buNone/>
            </a:pPr>
            <a:r>
              <a:rPr lang="ja-JP" altLang="en-US" dirty="0"/>
              <a:t>・中高時代全国大会出場経験あり。地方出身</a:t>
            </a:r>
          </a:p>
          <a:p>
            <a:pPr marL="0" lvl="0" indent="0" algn="l" rtl="0">
              <a:spcBef>
                <a:spcPts val="0"/>
              </a:spcBef>
              <a:spcAft>
                <a:spcPts val="0"/>
              </a:spcAft>
              <a:buClr>
                <a:srgbClr val="0E0E3A"/>
              </a:buClr>
              <a:buSzPts val="1000"/>
              <a:buNone/>
            </a:pPr>
            <a:r>
              <a:rPr lang="ja-JP" altLang="en-US" dirty="0"/>
              <a:t>・プロサッカー選手志望、親元を離れて東京の強豪大学へ入学・一人暮らし</a:t>
            </a:r>
            <a:endParaRPr lang="en-US" altLang="ja-JP" dirty="0"/>
          </a:p>
          <a:p>
            <a:pPr marL="0" lvl="0" indent="0" algn="l" rtl="0">
              <a:spcBef>
                <a:spcPts val="0"/>
              </a:spcBef>
              <a:spcAft>
                <a:spcPts val="0"/>
              </a:spcAft>
              <a:buClr>
                <a:srgbClr val="0E0E3A"/>
              </a:buClr>
              <a:buSzPts val="1000"/>
              <a:buNone/>
            </a:pPr>
            <a:r>
              <a:rPr lang="ja-JP" altLang="en-US" dirty="0"/>
              <a:t>・度重なる怪我で大学ではトップチームで活躍ができていない</a:t>
            </a:r>
          </a:p>
          <a:p>
            <a:pPr marL="0" lvl="0" indent="0" algn="l" rtl="0">
              <a:spcBef>
                <a:spcPts val="0"/>
              </a:spcBef>
              <a:spcAft>
                <a:spcPts val="0"/>
              </a:spcAft>
              <a:buClr>
                <a:srgbClr val="0E0E3A"/>
              </a:buClr>
              <a:buSzPts val="1000"/>
              <a:buNone/>
            </a:pPr>
            <a:endParaRPr lang="en-US" altLang="ja-JP" dirty="0"/>
          </a:p>
          <a:p>
            <a:pPr marL="0" lvl="0" indent="0" algn="l" rtl="0">
              <a:spcBef>
                <a:spcPts val="0"/>
              </a:spcBef>
              <a:spcAft>
                <a:spcPts val="0"/>
              </a:spcAft>
              <a:buClr>
                <a:srgbClr val="0E0E3A"/>
              </a:buClr>
              <a:buSzPts val="1000"/>
              <a:buNone/>
            </a:pPr>
            <a:endParaRPr lang="ja-JP" altLang="en-US" dirty="0"/>
          </a:p>
        </p:txBody>
      </p:sp>
      <p:sp>
        <p:nvSpPr>
          <p:cNvPr id="65" name="Google Shape;65;p2">
            <a:extLst>
              <a:ext uri="{FF2B5EF4-FFF2-40B4-BE49-F238E27FC236}">
                <a16:creationId xmlns:a16="http://schemas.microsoft.com/office/drawing/2014/main" id="{6B6C0AEA-4E90-0BEC-C1A5-70B4740D5E91}"/>
              </a:ext>
            </a:extLst>
          </p:cNvPr>
          <p:cNvSpPr txBox="1">
            <a:spLocks noGrp="1"/>
          </p:cNvSpPr>
          <p:nvPr>
            <p:ph type="body" idx="6"/>
          </p:nvPr>
        </p:nvSpPr>
        <p:spPr>
          <a:xfrm>
            <a:off x="5399218" y="2258955"/>
            <a:ext cx="6171861" cy="368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E0E3A"/>
              </a:buClr>
              <a:buSzPts val="1000"/>
              <a:buNone/>
            </a:pPr>
            <a:r>
              <a:rPr lang="ja-JP" altLang="en-US" dirty="0"/>
              <a:t>「怪我が続く原因がわからないまま、治っても再発し、成長の機会を失った」</a:t>
            </a:r>
          </a:p>
          <a:p>
            <a:pPr marL="0" lvl="0" indent="0" algn="l" rtl="0">
              <a:spcBef>
                <a:spcPts val="0"/>
              </a:spcBef>
              <a:spcAft>
                <a:spcPts val="0"/>
              </a:spcAft>
              <a:buClr>
                <a:srgbClr val="0E0E3A"/>
              </a:buClr>
              <a:buSzPts val="1000"/>
              <a:buNone/>
            </a:pPr>
            <a:r>
              <a:rPr lang="ja-JP" altLang="en-US" dirty="0"/>
              <a:t>「自分がなぜ伸びないのか、何が弱点なのか、どうすれば改善できるのかが分からない状態」</a:t>
            </a:r>
          </a:p>
        </p:txBody>
      </p:sp>
      <p:sp>
        <p:nvSpPr>
          <p:cNvPr id="66" name="Google Shape;66;p2">
            <a:extLst>
              <a:ext uri="{FF2B5EF4-FFF2-40B4-BE49-F238E27FC236}">
                <a16:creationId xmlns:a16="http://schemas.microsoft.com/office/drawing/2014/main" id="{55EC21DA-DA90-AC2D-2125-2D8802C986F7}"/>
              </a:ext>
            </a:extLst>
          </p:cNvPr>
          <p:cNvSpPr txBox="1">
            <a:spLocks noGrp="1"/>
          </p:cNvSpPr>
          <p:nvPr>
            <p:ph type="body" idx="7"/>
          </p:nvPr>
        </p:nvSpPr>
        <p:spPr>
          <a:xfrm>
            <a:off x="5399219" y="2823873"/>
            <a:ext cx="6171861" cy="368248"/>
          </a:xfrm>
          <a:prstGeom prst="rect">
            <a:avLst/>
          </a:prstGeom>
          <a:noFill/>
          <a:ln>
            <a:noFill/>
          </a:ln>
        </p:spPr>
        <p:txBody>
          <a:bodyPr spcFirstLastPara="1" wrap="square" lIns="91425" tIns="45700" rIns="91425" bIns="45700" anchor="t" anchorCtr="0">
            <a:noAutofit/>
          </a:bodyPr>
          <a:lstStyle/>
          <a:p>
            <a:pPr marL="0" lvl="0" indent="0">
              <a:spcBef>
                <a:spcPts val="0"/>
              </a:spcBef>
            </a:pPr>
            <a:r>
              <a:rPr lang="ja-JP" altLang="en-US" dirty="0"/>
              <a:t>東京都人口 </a:t>
            </a:r>
            <a:r>
              <a:rPr lang="en-US" altLang="ja-JP" dirty="0"/>
              <a:t>1400</a:t>
            </a:r>
            <a:r>
              <a:rPr lang="ja-JP" altLang="en-US" dirty="0"/>
              <a:t>万人</a:t>
            </a:r>
            <a:r>
              <a:rPr lang="en-US" altLang="ja-JP" dirty="0"/>
              <a:t>× </a:t>
            </a:r>
            <a:r>
              <a:rPr lang="ja-JP" altLang="en-US" dirty="0"/>
              <a:t>中高大比率 </a:t>
            </a:r>
            <a:r>
              <a:rPr lang="en-US" altLang="ja-JP" dirty="0"/>
              <a:t>8%×</a:t>
            </a:r>
            <a:r>
              <a:rPr lang="ja-JP" altLang="en-US" dirty="0"/>
              <a:t>私立割合</a:t>
            </a:r>
            <a:r>
              <a:rPr lang="en-US" altLang="ja-JP" dirty="0"/>
              <a:t>50%× </a:t>
            </a:r>
            <a:r>
              <a:rPr lang="ja-JP" altLang="en-US" dirty="0"/>
              <a:t>サッカー部率</a:t>
            </a:r>
            <a:r>
              <a:rPr lang="en-US" altLang="ja-JP" dirty="0"/>
              <a:t>10%×</a:t>
            </a:r>
            <a:r>
              <a:rPr lang="ja-JP" altLang="en-US" dirty="0"/>
              <a:t>都大会進出率</a:t>
            </a:r>
            <a:r>
              <a:rPr lang="en-US" altLang="ja-JP" dirty="0"/>
              <a:t>10%</a:t>
            </a:r>
          </a:p>
          <a:p>
            <a:pPr marL="0" lvl="0" indent="0">
              <a:spcBef>
                <a:spcPts val="0"/>
              </a:spcBef>
            </a:pPr>
            <a:r>
              <a:rPr lang="en-US" altLang="ja-JP" dirty="0"/>
              <a:t>×</a:t>
            </a:r>
            <a:r>
              <a:rPr lang="ja-JP" altLang="en-US" dirty="0"/>
              <a:t>設備・スタッフ不十分率</a:t>
            </a:r>
            <a:r>
              <a:rPr lang="en-US" altLang="ja-JP" dirty="0"/>
              <a:t>80%=4500</a:t>
            </a:r>
            <a:r>
              <a:rPr lang="ja-JP" altLang="en-US" dirty="0"/>
              <a:t>人</a:t>
            </a:r>
          </a:p>
        </p:txBody>
      </p:sp>
      <p:sp>
        <p:nvSpPr>
          <p:cNvPr id="67" name="Google Shape;67;p2">
            <a:extLst>
              <a:ext uri="{FF2B5EF4-FFF2-40B4-BE49-F238E27FC236}">
                <a16:creationId xmlns:a16="http://schemas.microsoft.com/office/drawing/2014/main" id="{8B0B5E6C-7AED-7595-5573-28173653E8A0}"/>
              </a:ext>
            </a:extLst>
          </p:cNvPr>
          <p:cNvSpPr txBox="1">
            <a:spLocks noGrp="1"/>
          </p:cNvSpPr>
          <p:nvPr>
            <p:ph type="body" idx="8"/>
          </p:nvPr>
        </p:nvSpPr>
        <p:spPr>
          <a:xfrm>
            <a:off x="5396212" y="3666479"/>
            <a:ext cx="3132644" cy="816744"/>
          </a:xfrm>
          <a:prstGeom prst="rect">
            <a:avLst/>
          </a:prstGeom>
          <a:noFill/>
          <a:ln>
            <a:noFill/>
          </a:ln>
        </p:spPr>
        <p:txBody>
          <a:bodyPr spcFirstLastPara="1" wrap="square" lIns="91425" tIns="45700" rIns="91425" bIns="45700" anchor="t" anchorCtr="0">
            <a:noAutofit/>
          </a:bodyPr>
          <a:lstStyle/>
          <a:p>
            <a:pPr marL="171450" lvl="0" indent="-107950">
              <a:spcBef>
                <a:spcPts val="0"/>
              </a:spcBef>
              <a:buNone/>
            </a:pPr>
            <a:r>
              <a:rPr lang="ja-JP" altLang="en-US" dirty="0"/>
              <a:t>①成長のボトルネックを正しく特定し、自分に必要な改善を明確にしたい</a:t>
            </a:r>
            <a:endParaRPr lang="en-US" altLang="ja-JP" dirty="0"/>
          </a:p>
          <a:p>
            <a:pPr marL="171450" lvl="0" indent="-107950">
              <a:spcBef>
                <a:spcPts val="0"/>
              </a:spcBef>
              <a:buNone/>
            </a:pPr>
            <a:r>
              <a:rPr lang="ja-JP" altLang="en-US" dirty="0"/>
              <a:t>②不安・怪我・不調による悪循環から抜け出し、自信を持ってプレーしたい</a:t>
            </a:r>
            <a:endParaRPr lang="en-US" altLang="ja-JP" dirty="0"/>
          </a:p>
        </p:txBody>
      </p:sp>
      <p:sp>
        <p:nvSpPr>
          <p:cNvPr id="68" name="Google Shape;68;p2">
            <a:extLst>
              <a:ext uri="{FF2B5EF4-FFF2-40B4-BE49-F238E27FC236}">
                <a16:creationId xmlns:a16="http://schemas.microsoft.com/office/drawing/2014/main" id="{8CD20439-9799-0E75-5F61-46ABA2D9D360}"/>
              </a:ext>
            </a:extLst>
          </p:cNvPr>
          <p:cNvSpPr txBox="1">
            <a:spLocks noGrp="1"/>
          </p:cNvSpPr>
          <p:nvPr>
            <p:ph type="body" idx="9"/>
          </p:nvPr>
        </p:nvSpPr>
        <p:spPr>
          <a:xfrm>
            <a:off x="5396212" y="4635093"/>
            <a:ext cx="3026255" cy="833669"/>
          </a:xfrm>
          <a:prstGeom prst="rect">
            <a:avLst/>
          </a:prstGeom>
          <a:noFill/>
          <a:ln>
            <a:noFill/>
          </a:ln>
        </p:spPr>
        <p:txBody>
          <a:bodyPr spcFirstLastPara="1" wrap="square" lIns="91425" tIns="45700" rIns="91425" bIns="45700" anchor="t" anchorCtr="0">
            <a:noAutofit/>
          </a:bodyPr>
          <a:lstStyle/>
          <a:p>
            <a:pPr marL="628650" lvl="1" indent="-107950">
              <a:spcBef>
                <a:spcPts val="0"/>
              </a:spcBef>
              <a:buSzPts val="1000"/>
            </a:pPr>
            <a:r>
              <a:rPr lang="ja-JP" altLang="en-US" dirty="0"/>
              <a:t>①課題が見える化する仕組みがない</a:t>
            </a:r>
            <a:endParaRPr lang="en-US" altLang="ja-JP" dirty="0"/>
          </a:p>
          <a:p>
            <a:pPr marL="628650" lvl="1" indent="-107950">
              <a:spcBef>
                <a:spcPts val="0"/>
              </a:spcBef>
              <a:buSzPts val="1000"/>
            </a:pPr>
            <a:r>
              <a:rPr lang="ja-JP" altLang="en-US" dirty="0"/>
              <a:t>②部活動ではプレー以外（食事・睡眠・心理など）を支援する人材・スキルが不足している</a:t>
            </a:r>
          </a:p>
        </p:txBody>
      </p:sp>
      <p:sp>
        <p:nvSpPr>
          <p:cNvPr id="69" name="Google Shape;69;p2">
            <a:extLst>
              <a:ext uri="{FF2B5EF4-FFF2-40B4-BE49-F238E27FC236}">
                <a16:creationId xmlns:a16="http://schemas.microsoft.com/office/drawing/2014/main" id="{84EFE91E-FD21-B49D-86BF-6C5D187F5294}"/>
              </a:ext>
            </a:extLst>
          </p:cNvPr>
          <p:cNvSpPr txBox="1">
            <a:spLocks noGrp="1"/>
          </p:cNvSpPr>
          <p:nvPr>
            <p:ph type="body" idx="13"/>
          </p:nvPr>
        </p:nvSpPr>
        <p:spPr>
          <a:xfrm>
            <a:off x="8528856" y="3663125"/>
            <a:ext cx="3132644" cy="816743"/>
          </a:xfrm>
          <a:prstGeom prst="rect">
            <a:avLst/>
          </a:prstGeom>
          <a:noFill/>
          <a:ln>
            <a:noFill/>
          </a:ln>
        </p:spPr>
        <p:txBody>
          <a:bodyPr spcFirstLastPara="1" wrap="square" lIns="91425" tIns="45700" rIns="91425" bIns="45700" anchor="t" anchorCtr="0">
            <a:noAutofit/>
          </a:bodyPr>
          <a:lstStyle/>
          <a:p>
            <a:pPr marL="171450" lvl="0" indent="-107950" algn="l" rtl="0">
              <a:spcBef>
                <a:spcPts val="0"/>
              </a:spcBef>
              <a:spcAft>
                <a:spcPts val="0"/>
              </a:spcAft>
              <a:buClr>
                <a:srgbClr val="0E0E3A"/>
              </a:buClr>
              <a:buSzPts val="1000"/>
              <a:buFont typeface="Arial"/>
              <a:buNone/>
            </a:pPr>
            <a:r>
              <a:rPr lang="ja-JP" altLang="en-US" dirty="0"/>
              <a:t>①安価な器具やジムを活用しながら、自身の経験でトレーニングをしている</a:t>
            </a:r>
            <a:endParaRPr lang="en-US" altLang="ja-JP" dirty="0"/>
          </a:p>
          <a:p>
            <a:pPr marL="171450" lvl="0" indent="-107950" algn="l" rtl="0">
              <a:spcBef>
                <a:spcPts val="0"/>
              </a:spcBef>
              <a:spcAft>
                <a:spcPts val="0"/>
              </a:spcAft>
              <a:buClr>
                <a:srgbClr val="0E0E3A"/>
              </a:buClr>
              <a:buSzPts val="1000"/>
              <a:buFont typeface="Arial"/>
              <a:buNone/>
            </a:pPr>
            <a:r>
              <a:rPr lang="ja-JP" altLang="en-US" dirty="0"/>
              <a:t>②競技以外（食事・睡眠・メンタルなど）は選手自身の自己管理に任されている</a:t>
            </a:r>
          </a:p>
        </p:txBody>
      </p:sp>
      <p:sp>
        <p:nvSpPr>
          <p:cNvPr id="70" name="Google Shape;70;p2">
            <a:extLst>
              <a:ext uri="{FF2B5EF4-FFF2-40B4-BE49-F238E27FC236}">
                <a16:creationId xmlns:a16="http://schemas.microsoft.com/office/drawing/2014/main" id="{57BBC6AE-99B3-7F05-F676-E3B9477838EA}"/>
              </a:ext>
            </a:extLst>
          </p:cNvPr>
          <p:cNvSpPr txBox="1">
            <a:spLocks noGrp="1"/>
          </p:cNvSpPr>
          <p:nvPr>
            <p:ph type="body" idx="14"/>
          </p:nvPr>
        </p:nvSpPr>
        <p:spPr>
          <a:xfrm>
            <a:off x="8528856" y="4636413"/>
            <a:ext cx="3039530" cy="833669"/>
          </a:xfrm>
          <a:prstGeom prst="rect">
            <a:avLst/>
          </a:prstGeom>
          <a:noFill/>
          <a:ln>
            <a:noFill/>
          </a:ln>
        </p:spPr>
        <p:txBody>
          <a:bodyPr spcFirstLastPara="1" wrap="square" lIns="91425" tIns="45700" rIns="91425" bIns="45700" anchor="t" anchorCtr="0">
            <a:noAutofit/>
          </a:bodyPr>
          <a:lstStyle/>
          <a:p>
            <a:pPr marL="171450" lvl="0" indent="-107950" algn="l" rtl="0">
              <a:spcBef>
                <a:spcPts val="0"/>
              </a:spcBef>
              <a:spcAft>
                <a:spcPts val="0"/>
              </a:spcAft>
              <a:buClr>
                <a:srgbClr val="0E0E3A"/>
              </a:buClr>
              <a:buSzPts val="1000"/>
              <a:buFont typeface="Arial"/>
              <a:buNone/>
            </a:pPr>
            <a:r>
              <a:rPr lang="ja-JP" altLang="en-US" dirty="0"/>
              <a:t>①自身のトレーニング方法に不安があり、非科学的な練習で成長が見えない。</a:t>
            </a:r>
            <a:endParaRPr lang="en-US" altLang="ja-JP" dirty="0"/>
          </a:p>
          <a:p>
            <a:pPr marL="171450" lvl="0" indent="-107950" algn="l" rtl="0">
              <a:spcBef>
                <a:spcPts val="0"/>
              </a:spcBef>
              <a:spcAft>
                <a:spcPts val="0"/>
              </a:spcAft>
              <a:buClr>
                <a:srgbClr val="0E0E3A"/>
              </a:buClr>
              <a:buSzPts val="1000"/>
              <a:buFont typeface="Arial"/>
              <a:buNone/>
            </a:pPr>
            <a:r>
              <a:rPr lang="ja-JP" altLang="en-US" dirty="0"/>
              <a:t>②怪我やプレー以外の要因で競技力が伸び悩み、改善方法が分からない</a:t>
            </a:r>
          </a:p>
        </p:txBody>
      </p:sp>
      <p:sp>
        <p:nvSpPr>
          <p:cNvPr id="71" name="Google Shape;71;p2">
            <a:extLst>
              <a:ext uri="{FF2B5EF4-FFF2-40B4-BE49-F238E27FC236}">
                <a16:creationId xmlns:a16="http://schemas.microsoft.com/office/drawing/2014/main" id="{6F539582-612F-4440-7B4C-A1985E87965E}"/>
              </a:ext>
            </a:extLst>
          </p:cNvPr>
          <p:cNvSpPr txBox="1">
            <a:spLocks noGrp="1"/>
          </p:cNvSpPr>
          <p:nvPr>
            <p:ph type="body" idx="15"/>
          </p:nvPr>
        </p:nvSpPr>
        <p:spPr>
          <a:xfrm>
            <a:off x="1546170" y="5656025"/>
            <a:ext cx="10024910" cy="42436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0E0E3A"/>
              </a:buClr>
              <a:buSzPts val="1000"/>
            </a:pPr>
            <a:r>
              <a:rPr lang="ja-JP" altLang="en-US" dirty="0"/>
              <a:t>原価：ほぼゼロ（施設維持＝自社リソース、測定機器＝広告を対価に無償レンタル）</a:t>
            </a:r>
            <a:r>
              <a:rPr lang="en-US" altLang="ja-JP" dirty="0"/>
              <a:t> </a:t>
            </a:r>
            <a:r>
              <a:rPr lang="ja-JP" altLang="en-US" dirty="0"/>
              <a:t>現在の対策コスト：</a:t>
            </a:r>
            <a:r>
              <a:rPr lang="en-US" altLang="ja-JP" dirty="0"/>
              <a:t>- </a:t>
            </a:r>
            <a:r>
              <a:rPr lang="ja-JP" altLang="en-US" dirty="0"/>
              <a:t>パーソナルジム／自主トレ：月</a:t>
            </a:r>
            <a:r>
              <a:rPr lang="en-US" altLang="ja-JP" dirty="0"/>
              <a:t>20,000</a:t>
            </a:r>
            <a:r>
              <a:rPr lang="ja-JP" altLang="en-US" dirty="0"/>
              <a:t>円前後、</a:t>
            </a:r>
            <a:endParaRPr lang="en-US" altLang="ja-JP" dirty="0"/>
          </a:p>
          <a:p>
            <a:pPr marL="0" lvl="0" indent="0" algn="l" rtl="0">
              <a:spcBef>
                <a:spcPts val="0"/>
              </a:spcBef>
              <a:spcAft>
                <a:spcPts val="0"/>
              </a:spcAft>
              <a:buClr>
                <a:srgbClr val="0E0E3A"/>
              </a:buClr>
              <a:buSzPts val="1000"/>
            </a:pPr>
            <a:r>
              <a:rPr lang="ja-JP" altLang="en-US" dirty="0"/>
              <a:t>プロテイン・サプリ購入：月</a:t>
            </a:r>
            <a:r>
              <a:rPr lang="en-US" altLang="ja-JP" dirty="0"/>
              <a:t>5,000〜10,000</a:t>
            </a:r>
            <a:r>
              <a:rPr lang="ja-JP" altLang="en-US" dirty="0"/>
              <a:t>円、怪我による通院：月</a:t>
            </a:r>
            <a:r>
              <a:rPr lang="en-US" altLang="ja-JP" dirty="0"/>
              <a:t>3,000〜5,000</a:t>
            </a:r>
            <a:r>
              <a:rPr lang="ja-JP" altLang="en-US" dirty="0"/>
              <a:t>円</a:t>
            </a:r>
            <a:r>
              <a:rPr lang="en-US" altLang="ja-JP" dirty="0"/>
              <a:t> </a:t>
            </a:r>
            <a:r>
              <a:rPr lang="ja-JP" altLang="en-US" dirty="0"/>
              <a:t>精神的コスト：怪我や不調の不安　合計：月</a:t>
            </a:r>
            <a:r>
              <a:rPr lang="en-US" altLang="ja-JP" dirty="0"/>
              <a:t>28,000〜35,000</a:t>
            </a:r>
            <a:r>
              <a:rPr lang="ja-JP" altLang="en-US" dirty="0"/>
              <a:t>円＋精神的負</a:t>
            </a:r>
            <a:endParaRPr lang="en-US" altLang="ja-JP" dirty="0"/>
          </a:p>
          <a:p>
            <a:pPr marL="0" lvl="0" indent="0" algn="l" rtl="0">
              <a:spcBef>
                <a:spcPts val="0"/>
              </a:spcBef>
              <a:spcAft>
                <a:spcPts val="0"/>
              </a:spcAft>
              <a:buClr>
                <a:srgbClr val="0E0E3A"/>
              </a:buClr>
              <a:buSzPts val="1000"/>
            </a:pPr>
            <a:r>
              <a:rPr lang="en-US" altLang="ja-JP" dirty="0"/>
              <a:t>SETAGAYA Sports Valley</a:t>
            </a:r>
            <a:r>
              <a:rPr lang="ja-JP" altLang="en-US" dirty="0"/>
              <a:t>月額利用：</a:t>
            </a:r>
            <a:r>
              <a:rPr lang="en-US" altLang="ja-JP" dirty="0"/>
              <a:t>¥15,000〜¥20,000</a:t>
            </a:r>
            <a:r>
              <a:rPr lang="ja-JP" altLang="en-US" dirty="0"/>
              <a:t>　</a:t>
            </a:r>
            <a:r>
              <a:rPr lang="en-US" altLang="ja-JP" dirty="0"/>
              <a:t> </a:t>
            </a:r>
            <a:r>
              <a:rPr lang="ja-JP" altLang="en-US" dirty="0"/>
              <a:t>スポット利用：</a:t>
            </a:r>
            <a:r>
              <a:rPr lang="en-US" altLang="ja-JP" dirty="0"/>
              <a:t>1</a:t>
            </a:r>
            <a:r>
              <a:rPr lang="ja-JP" altLang="en-US" dirty="0"/>
              <a:t>回 </a:t>
            </a:r>
            <a:r>
              <a:rPr lang="en-US" altLang="ja-JP" dirty="0"/>
              <a:t>¥4,000〜¥6,000</a:t>
            </a:r>
          </a:p>
        </p:txBody>
      </p:sp>
      <p:pic>
        <p:nvPicPr>
          <p:cNvPr id="7" name="図プレースホルダー 6" descr="屋内, 天井, 持つ, 人 が含まれている画像&#10;&#10;AI 生成コンテンツは誤りを含む可能性があります。">
            <a:extLst>
              <a:ext uri="{FF2B5EF4-FFF2-40B4-BE49-F238E27FC236}">
                <a16:creationId xmlns:a16="http://schemas.microsoft.com/office/drawing/2014/main" id="{BB08A5F7-B08D-96E0-AE7A-622B2E614350}"/>
              </a:ext>
            </a:extLst>
          </p:cNvPr>
          <p:cNvPicPr>
            <a:picLocks noGrp="1" noChangeAspect="1"/>
          </p:cNvPicPr>
          <p:nvPr>
            <p:ph type="pic" idx="16"/>
          </p:nvPr>
        </p:nvPicPr>
        <p:blipFill>
          <a:blip r:embed="rId3" cstate="email">
            <a:extLst>
              <a:ext uri="{28A0092B-C50C-407E-A947-70E740481C1C}">
                <a14:useLocalDpi xmlns:a14="http://schemas.microsoft.com/office/drawing/2010/main"/>
              </a:ext>
            </a:extLst>
          </a:blip>
          <a:srcRect/>
          <a:stretch>
            <a:fillRect/>
          </a:stretch>
        </p:blipFill>
        <p:spPr>
          <a:xfrm>
            <a:off x="3489325" y="2509838"/>
            <a:ext cx="1658938" cy="1228725"/>
          </a:xfrm>
          <a:prstGeom prst="rect">
            <a:avLst/>
          </a:prstGeom>
          <a:noFill/>
          <a:ln>
            <a:noFill/>
          </a:ln>
        </p:spPr>
      </p:pic>
      <p:sp>
        <p:nvSpPr>
          <p:cNvPr id="4" name="図プレースホルダー 3">
            <a:extLst>
              <a:ext uri="{FF2B5EF4-FFF2-40B4-BE49-F238E27FC236}">
                <a16:creationId xmlns:a16="http://schemas.microsoft.com/office/drawing/2014/main" id="{BBFFB0D6-12FF-88C9-FB5E-F37B59768E29}"/>
              </a:ext>
            </a:extLst>
          </p:cNvPr>
          <p:cNvSpPr>
            <a:spLocks noGrp="1"/>
          </p:cNvSpPr>
          <p:nvPr>
            <p:ph type="pic" idx="17"/>
          </p:nvPr>
        </p:nvSpPr>
        <p:spPr/>
        <p:txBody>
          <a:bodyPr/>
          <a:lstStyle/>
          <a:p>
            <a:endParaRPr lang="ja-JP" altLang="en-US"/>
          </a:p>
        </p:txBody>
      </p:sp>
      <p:pic>
        <p:nvPicPr>
          <p:cNvPr id="5" name="図 4">
            <a:extLst>
              <a:ext uri="{FF2B5EF4-FFF2-40B4-BE49-F238E27FC236}">
                <a16:creationId xmlns:a16="http://schemas.microsoft.com/office/drawing/2014/main" id="{49384305-89D9-D2FC-4CC1-1039BBB8B761}"/>
              </a:ext>
            </a:extLst>
          </p:cNvPr>
          <p:cNvPicPr>
            <a:picLocks noChangeAspect="1"/>
          </p:cNvPicPr>
          <p:nvPr/>
        </p:nvPicPr>
        <p:blipFill>
          <a:blip r:embed="rId4"/>
          <a:stretch>
            <a:fillRect/>
          </a:stretch>
        </p:blipFill>
        <p:spPr>
          <a:xfrm>
            <a:off x="10381004" y="885087"/>
            <a:ext cx="1047659" cy="1258407"/>
          </a:xfrm>
          <a:prstGeom prst="rect">
            <a:avLst/>
          </a:prstGeom>
        </p:spPr>
      </p:pic>
      <p:sp>
        <p:nvSpPr>
          <p:cNvPr id="2" name="正方形/長方形 1">
            <a:extLst>
              <a:ext uri="{FF2B5EF4-FFF2-40B4-BE49-F238E27FC236}">
                <a16:creationId xmlns:a16="http://schemas.microsoft.com/office/drawing/2014/main" id="{38F14D50-37B8-0D82-E1A2-67331FF99903}"/>
              </a:ext>
            </a:extLst>
          </p:cNvPr>
          <p:cNvSpPr/>
          <p:nvPr/>
        </p:nvSpPr>
        <p:spPr>
          <a:xfrm>
            <a:off x="1470991" y="5581816"/>
            <a:ext cx="9239416" cy="5944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検討中</a:t>
            </a:r>
          </a:p>
        </p:txBody>
      </p:sp>
    </p:spTree>
    <p:extLst>
      <p:ext uri="{BB962C8B-B14F-4D97-AF65-F5344CB8AC3E}">
        <p14:creationId xmlns:p14="http://schemas.microsoft.com/office/powerpoint/2010/main" val="690186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2"/>
          <p:cNvSpPr txBox="1">
            <a:spLocks noGrp="1"/>
          </p:cNvSpPr>
          <p:nvPr>
            <p:ph type="body" idx="1"/>
          </p:nvPr>
        </p:nvSpPr>
        <p:spPr>
          <a:xfrm>
            <a:off x="323995" y="261382"/>
            <a:ext cx="11510085" cy="287271"/>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10253F"/>
              </a:buClr>
              <a:buSzPts val="2300"/>
              <a:buNone/>
            </a:pPr>
            <a:r>
              <a:rPr lang="ja-JP" dirty="0"/>
              <a:t>ビジネスモデルコア（顧客：</a:t>
            </a:r>
            <a:r>
              <a:rPr lang="ja-JP" altLang="en-US" dirty="0"/>
              <a:t>指導者</a:t>
            </a:r>
            <a:r>
              <a:rPr lang="en-US" altLang="ja-JP" dirty="0"/>
              <a:t>(</a:t>
            </a:r>
            <a:r>
              <a:rPr lang="ja-JP" altLang="en-US" dirty="0"/>
              <a:t>学校</a:t>
            </a:r>
            <a:r>
              <a:rPr lang="en-US" altLang="ja-JP" dirty="0"/>
              <a:t>)</a:t>
            </a:r>
            <a:r>
              <a:rPr lang="ja-JP" altLang="en-US" dirty="0"/>
              <a:t>・チーム</a:t>
            </a:r>
            <a:r>
              <a:rPr lang="ja-JP" dirty="0"/>
              <a:t>）</a:t>
            </a:r>
            <a:endParaRPr dirty="0"/>
          </a:p>
        </p:txBody>
      </p:sp>
      <p:sp>
        <p:nvSpPr>
          <p:cNvPr id="61" name="Google Shape;61;p2"/>
          <p:cNvSpPr txBox="1">
            <a:spLocks noGrp="1"/>
          </p:cNvSpPr>
          <p:nvPr>
            <p:ph type="body" idx="2"/>
          </p:nvPr>
        </p:nvSpPr>
        <p:spPr>
          <a:xfrm>
            <a:off x="734529" y="1669402"/>
            <a:ext cx="4417324" cy="5944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E0E3A"/>
              </a:buClr>
              <a:buSzPts val="1000"/>
              <a:buNone/>
            </a:pPr>
            <a:r>
              <a:rPr lang="ja-JP" altLang="en-US" dirty="0"/>
              <a:t>①結果を出せない原因を特定し、チームを強くできる</a:t>
            </a:r>
          </a:p>
          <a:p>
            <a:pPr marL="0" lvl="0" indent="0" algn="l" rtl="0">
              <a:spcBef>
                <a:spcPts val="0"/>
              </a:spcBef>
              <a:spcAft>
                <a:spcPts val="0"/>
              </a:spcAft>
              <a:buClr>
                <a:srgbClr val="0E0E3A"/>
              </a:buClr>
              <a:buSzPts val="1000"/>
              <a:buNone/>
            </a:pPr>
            <a:r>
              <a:rPr lang="ja-JP" altLang="en-US" dirty="0"/>
              <a:t>②個々の状態を科学的に把握し、怪我を確実に減らせる</a:t>
            </a:r>
          </a:p>
          <a:p>
            <a:pPr marL="0" lvl="0" indent="0" algn="l" rtl="0">
              <a:spcBef>
                <a:spcPts val="0"/>
              </a:spcBef>
              <a:spcAft>
                <a:spcPts val="0"/>
              </a:spcAft>
              <a:buClr>
                <a:srgbClr val="0E0E3A"/>
              </a:buClr>
              <a:buSzPts val="1000"/>
              <a:buNone/>
            </a:pPr>
            <a:r>
              <a:rPr lang="ja-JP" altLang="en-US" dirty="0"/>
              <a:t>③指導の正しさをデータで証明し、保護者や学校に説明できる</a:t>
            </a:r>
          </a:p>
        </p:txBody>
      </p:sp>
      <p:sp>
        <p:nvSpPr>
          <p:cNvPr id="62" name="Google Shape;62;p2"/>
          <p:cNvSpPr txBox="1">
            <a:spLocks noGrp="1"/>
          </p:cNvSpPr>
          <p:nvPr>
            <p:ph type="body" idx="3"/>
          </p:nvPr>
        </p:nvSpPr>
        <p:spPr>
          <a:xfrm>
            <a:off x="628143" y="2509911"/>
            <a:ext cx="2754796" cy="1609327"/>
          </a:xfrm>
          <a:prstGeom prst="rect">
            <a:avLst/>
          </a:prstGeom>
          <a:noFill/>
          <a:ln>
            <a:noFill/>
          </a:ln>
        </p:spPr>
        <p:txBody>
          <a:bodyPr spcFirstLastPara="1" wrap="square" lIns="91425" tIns="45700" rIns="91425" bIns="45700" anchor="t" anchorCtr="0">
            <a:noAutofit/>
          </a:bodyPr>
          <a:lstStyle/>
          <a:p>
            <a:pPr marL="0" lvl="0" indent="0">
              <a:spcBef>
                <a:spcPts val="0"/>
              </a:spcBef>
            </a:pPr>
            <a:r>
              <a:rPr lang="en-US" altLang="ja-JP" dirty="0"/>
              <a:t>SETAGAYA Sports Valley</a:t>
            </a:r>
            <a:r>
              <a:rPr lang="ja-JP" altLang="en-US" dirty="0"/>
              <a:t>は、部活動や学校単位で導入できるイノベーション型スポーツ施設サービスです。自社施設 </a:t>
            </a:r>
            <a:r>
              <a:rPr lang="en-US" altLang="ja-JP" dirty="0"/>
              <a:t>SETAGAYA QS-GARDEN</a:t>
            </a:r>
            <a:r>
              <a:rPr lang="ja-JP" altLang="en-US" dirty="0"/>
              <a:t>を活用し、測定・トレーニング・栄養支援を継続的に提供し、経験則頼みでは全国大会に届かないという切実な課題を、科学的根拠で解決したい。スポット利用にとどまらず、部員全員が科学的な成長支援を受けられる仕組みを整え、指導者の負担を軽減しながら競技力の底上げを実現します。</a:t>
            </a:r>
          </a:p>
        </p:txBody>
      </p:sp>
      <p:sp>
        <p:nvSpPr>
          <p:cNvPr id="63" name="Google Shape;63;p2"/>
          <p:cNvSpPr txBox="1">
            <a:spLocks noGrp="1"/>
          </p:cNvSpPr>
          <p:nvPr>
            <p:ph type="body" idx="4"/>
          </p:nvPr>
        </p:nvSpPr>
        <p:spPr>
          <a:xfrm>
            <a:off x="731521" y="4365345"/>
            <a:ext cx="4667698" cy="1138810"/>
          </a:xfrm>
          <a:prstGeom prst="rect">
            <a:avLst/>
          </a:prstGeom>
          <a:noFill/>
          <a:ln>
            <a:noFill/>
          </a:ln>
        </p:spPr>
        <p:txBody>
          <a:bodyPr spcFirstLastPara="1" wrap="square" lIns="91425" tIns="45700" rIns="91425" bIns="45700" anchor="t" anchorCtr="0">
            <a:noAutofit/>
          </a:bodyPr>
          <a:lstStyle/>
          <a:p>
            <a:pPr marL="171450" lvl="0" indent="-107950" algn="l" rtl="0">
              <a:spcBef>
                <a:spcPts val="0"/>
              </a:spcBef>
              <a:spcAft>
                <a:spcPts val="0"/>
              </a:spcAft>
              <a:buClr>
                <a:srgbClr val="0E0E3A"/>
              </a:buClr>
              <a:buSzPts val="1000"/>
              <a:buFont typeface="Arial"/>
              <a:buNone/>
            </a:pPr>
            <a:r>
              <a:rPr lang="ja-JP" altLang="en-US" dirty="0"/>
              <a:t>①部員全員の測定＋フィードバック</a:t>
            </a:r>
            <a:endParaRPr lang="en-US" altLang="ja-JP" dirty="0"/>
          </a:p>
          <a:p>
            <a:pPr marL="171450" lvl="0" indent="-107950" algn="l" rtl="0">
              <a:spcBef>
                <a:spcPts val="0"/>
              </a:spcBef>
              <a:spcAft>
                <a:spcPts val="0"/>
              </a:spcAft>
              <a:buClr>
                <a:srgbClr val="0E0E3A"/>
              </a:buClr>
              <a:buSzPts val="1000"/>
              <a:buFont typeface="Arial"/>
              <a:buNone/>
            </a:pPr>
            <a:r>
              <a:rPr lang="en-US" altLang="ja-JP" dirty="0"/>
              <a:t>- </a:t>
            </a:r>
            <a:r>
              <a:rPr lang="ja-JP" altLang="en-US" dirty="0"/>
              <a:t>指導者に「チーム全体の課題」と「個別改善点」を提示</a:t>
            </a:r>
            <a:endParaRPr lang="en-US" altLang="ja-JP" dirty="0"/>
          </a:p>
          <a:p>
            <a:pPr marL="171450" lvl="0" indent="-107950" algn="l" rtl="0">
              <a:spcBef>
                <a:spcPts val="0"/>
              </a:spcBef>
              <a:spcAft>
                <a:spcPts val="0"/>
              </a:spcAft>
              <a:buClr>
                <a:srgbClr val="0E0E3A"/>
              </a:buClr>
              <a:buSzPts val="1000"/>
              <a:buFont typeface="Arial"/>
              <a:buNone/>
            </a:pPr>
            <a:r>
              <a:rPr lang="ja-JP" altLang="en-US" dirty="0"/>
              <a:t>②個別最適化トレーニングプログラム</a:t>
            </a:r>
            <a:endParaRPr lang="en-US" altLang="ja-JP" dirty="0"/>
          </a:p>
          <a:p>
            <a:pPr marL="171450" lvl="0" indent="-107950" algn="l" rtl="0">
              <a:spcBef>
                <a:spcPts val="0"/>
              </a:spcBef>
              <a:spcAft>
                <a:spcPts val="0"/>
              </a:spcAft>
              <a:buClr>
                <a:srgbClr val="0E0E3A"/>
              </a:buClr>
              <a:buSzPts val="1000"/>
              <a:buFont typeface="Arial"/>
              <a:buNone/>
            </a:pPr>
            <a:r>
              <a:rPr lang="en-US" altLang="ja-JP" dirty="0"/>
              <a:t>- </a:t>
            </a:r>
            <a:r>
              <a:rPr lang="ja-JP" altLang="en-US" dirty="0"/>
              <a:t>測定結果に基づき、怪我予防ストレッチや補強運動を部員ごとに提示</a:t>
            </a:r>
          </a:p>
          <a:p>
            <a:pPr marL="171450" lvl="0" indent="-107950" algn="l" rtl="0">
              <a:spcBef>
                <a:spcPts val="0"/>
              </a:spcBef>
              <a:spcAft>
                <a:spcPts val="0"/>
              </a:spcAft>
              <a:buClr>
                <a:srgbClr val="0E0E3A"/>
              </a:buClr>
              <a:buSzPts val="1000"/>
              <a:buFont typeface="Arial"/>
              <a:buNone/>
            </a:pPr>
            <a:r>
              <a:rPr lang="ja-JP" altLang="en-US" dirty="0"/>
              <a:t>③継続的な成長記録（チームダッシュボード）</a:t>
            </a:r>
            <a:endParaRPr lang="en-US" altLang="ja-JP" dirty="0"/>
          </a:p>
          <a:p>
            <a:pPr marL="171450" lvl="0" indent="-107950" algn="l" rtl="0">
              <a:spcBef>
                <a:spcPts val="0"/>
              </a:spcBef>
              <a:spcAft>
                <a:spcPts val="0"/>
              </a:spcAft>
              <a:buClr>
                <a:srgbClr val="0E0E3A"/>
              </a:buClr>
              <a:buSzPts val="1000"/>
              <a:buFont typeface="Arial"/>
              <a:buNone/>
            </a:pPr>
            <a:r>
              <a:rPr lang="en-US" altLang="ja-JP" dirty="0"/>
              <a:t>- </a:t>
            </a:r>
            <a:r>
              <a:rPr lang="ja-JP" altLang="en-US" dirty="0"/>
              <a:t>部員ごとの成長をグラフ化し、チーム全体の進捗を見える化</a:t>
            </a:r>
          </a:p>
        </p:txBody>
      </p:sp>
      <p:sp>
        <p:nvSpPr>
          <p:cNvPr id="64" name="Google Shape;64;p2"/>
          <p:cNvSpPr txBox="1">
            <a:spLocks noGrp="1"/>
          </p:cNvSpPr>
          <p:nvPr>
            <p:ph type="body" idx="5"/>
          </p:nvPr>
        </p:nvSpPr>
        <p:spPr>
          <a:xfrm>
            <a:off x="5285610" y="1659977"/>
            <a:ext cx="6171861" cy="35592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E0E3A"/>
              </a:buClr>
              <a:buSzPts val="1000"/>
              <a:buNone/>
            </a:pPr>
            <a:r>
              <a:rPr lang="ja-JP" altLang="en-US" dirty="0"/>
              <a:t>・都内の私立高校教師、</a:t>
            </a:r>
            <a:r>
              <a:rPr lang="en-US" altLang="ja-JP" dirty="0"/>
              <a:t>30</a:t>
            </a:r>
            <a:r>
              <a:rPr lang="ja-JP" altLang="en-US" dirty="0"/>
              <a:t>代。都大会常連</a:t>
            </a:r>
            <a:r>
              <a:rPr lang="en-US" altLang="ja-JP" dirty="0"/>
              <a:t>(</a:t>
            </a:r>
            <a:r>
              <a:rPr lang="ja-JP" altLang="en-US" dirty="0"/>
              <a:t>古豪</a:t>
            </a:r>
            <a:r>
              <a:rPr lang="en-US" altLang="ja-JP" dirty="0"/>
              <a:t>)</a:t>
            </a:r>
            <a:r>
              <a:rPr lang="ja-JP" altLang="en-US" dirty="0"/>
              <a:t>のサッカー部顧問</a:t>
            </a:r>
          </a:p>
          <a:p>
            <a:pPr marL="0" lvl="0" indent="0" algn="l" rtl="0">
              <a:spcBef>
                <a:spcPts val="0"/>
              </a:spcBef>
              <a:spcAft>
                <a:spcPts val="0"/>
              </a:spcAft>
              <a:buClr>
                <a:srgbClr val="0E0E3A"/>
              </a:buClr>
              <a:buSzPts val="1000"/>
              <a:buNone/>
            </a:pPr>
            <a:r>
              <a:rPr lang="ja-JP" altLang="en-US" dirty="0"/>
              <a:t>・今年度も主力の怪我に悩み、全国大会出場を逃す</a:t>
            </a:r>
          </a:p>
        </p:txBody>
      </p:sp>
      <p:sp>
        <p:nvSpPr>
          <p:cNvPr id="65" name="Google Shape;65;p2"/>
          <p:cNvSpPr txBox="1">
            <a:spLocks noGrp="1"/>
          </p:cNvSpPr>
          <p:nvPr>
            <p:ph type="body" idx="6"/>
          </p:nvPr>
        </p:nvSpPr>
        <p:spPr>
          <a:xfrm>
            <a:off x="5399220" y="2189503"/>
            <a:ext cx="6171861" cy="368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E0E3A"/>
              </a:buClr>
              <a:buSzPts val="1000"/>
              <a:buNone/>
            </a:pPr>
            <a:r>
              <a:rPr lang="ja-JP" altLang="en-US" sz="900" dirty="0"/>
              <a:t>「怪我や事故が出れば現場の監督責任になるという緊張感を感じている」</a:t>
            </a:r>
          </a:p>
          <a:p>
            <a:pPr marL="0" lvl="0" indent="0" algn="l" rtl="0">
              <a:spcBef>
                <a:spcPts val="0"/>
              </a:spcBef>
              <a:spcAft>
                <a:spcPts val="0"/>
              </a:spcAft>
              <a:buClr>
                <a:srgbClr val="0E0E3A"/>
              </a:buClr>
              <a:buSzPts val="1000"/>
              <a:buNone/>
            </a:pPr>
            <a:r>
              <a:rPr lang="ja-JP" altLang="en-US" sz="900" dirty="0"/>
              <a:t>「勝てなければ</a:t>
            </a:r>
            <a:r>
              <a:rPr lang="en-US" altLang="ja-JP" sz="900" dirty="0"/>
              <a:t>OB</a:t>
            </a:r>
            <a:r>
              <a:rPr lang="ja-JP" altLang="en-US" sz="900" dirty="0"/>
              <a:t>や保護者からの批判を受けるプレッシャーに悩まされる」</a:t>
            </a:r>
          </a:p>
          <a:p>
            <a:pPr marL="0" lvl="0" indent="0" algn="l" rtl="0">
              <a:spcBef>
                <a:spcPts val="0"/>
              </a:spcBef>
              <a:spcAft>
                <a:spcPts val="0"/>
              </a:spcAft>
              <a:buClr>
                <a:srgbClr val="0E0E3A"/>
              </a:buClr>
              <a:buSzPts val="1000"/>
              <a:buNone/>
            </a:pPr>
            <a:r>
              <a:rPr lang="ja-JP" altLang="en-US" sz="900" dirty="0"/>
              <a:t>「科学的根拠がなく“自分のやり方が正しいのかわからない」</a:t>
            </a:r>
          </a:p>
          <a:p>
            <a:pPr marL="0" lvl="0" indent="0" algn="l" rtl="0">
              <a:spcBef>
                <a:spcPts val="0"/>
              </a:spcBef>
              <a:spcAft>
                <a:spcPts val="0"/>
              </a:spcAft>
              <a:buClr>
                <a:srgbClr val="0E0E3A"/>
              </a:buClr>
              <a:buSzPts val="1000"/>
              <a:buNone/>
            </a:pPr>
            <a:endParaRPr sz="900" dirty="0"/>
          </a:p>
        </p:txBody>
      </p:sp>
      <p:sp>
        <p:nvSpPr>
          <p:cNvPr id="66" name="Google Shape;66;p2"/>
          <p:cNvSpPr txBox="1">
            <a:spLocks noGrp="1"/>
          </p:cNvSpPr>
          <p:nvPr>
            <p:ph type="body" idx="7"/>
          </p:nvPr>
        </p:nvSpPr>
        <p:spPr>
          <a:xfrm>
            <a:off x="5399219" y="2823873"/>
            <a:ext cx="6171861" cy="368248"/>
          </a:xfrm>
          <a:prstGeom prst="rect">
            <a:avLst/>
          </a:prstGeom>
          <a:noFill/>
          <a:ln>
            <a:noFill/>
          </a:ln>
        </p:spPr>
        <p:txBody>
          <a:bodyPr spcFirstLastPara="1" wrap="square" lIns="91425" tIns="45700" rIns="91425" bIns="45700" anchor="t" anchorCtr="0">
            <a:noAutofit/>
          </a:bodyPr>
          <a:lstStyle/>
          <a:p>
            <a:pPr marL="0" lvl="0" indent="0">
              <a:spcBef>
                <a:spcPts val="0"/>
              </a:spcBef>
            </a:pPr>
            <a:r>
              <a:rPr lang="ja-JP" altLang="en-US" dirty="0"/>
              <a:t>東京都私立中学高校大学合計</a:t>
            </a:r>
            <a:r>
              <a:rPr lang="en-US" altLang="ja-JP" dirty="0"/>
              <a:t>1400</a:t>
            </a:r>
            <a:r>
              <a:rPr lang="ja-JP" altLang="en-US" dirty="0"/>
              <a:t>校</a:t>
            </a:r>
            <a:r>
              <a:rPr lang="en-US" altLang="ja-JP" dirty="0"/>
              <a:t>×</a:t>
            </a:r>
            <a:r>
              <a:rPr lang="ja-JP" altLang="en-US" dirty="0"/>
              <a:t>サッカー部率都大会進出率</a:t>
            </a:r>
            <a:r>
              <a:rPr lang="en-US" altLang="ja-JP" dirty="0"/>
              <a:t>10%×</a:t>
            </a:r>
            <a:r>
              <a:rPr lang="ja-JP" altLang="en-US" dirty="0"/>
              <a:t>設備・スタッフ不十分率</a:t>
            </a:r>
            <a:r>
              <a:rPr lang="en-US" altLang="ja-JP" dirty="0"/>
              <a:t>80%=112</a:t>
            </a:r>
            <a:r>
              <a:rPr lang="ja-JP" altLang="en-US" dirty="0"/>
              <a:t>チーム</a:t>
            </a:r>
          </a:p>
        </p:txBody>
      </p:sp>
      <p:sp>
        <p:nvSpPr>
          <p:cNvPr id="67" name="Google Shape;67;p2"/>
          <p:cNvSpPr txBox="1">
            <a:spLocks noGrp="1"/>
          </p:cNvSpPr>
          <p:nvPr>
            <p:ph type="body" idx="8"/>
          </p:nvPr>
        </p:nvSpPr>
        <p:spPr>
          <a:xfrm>
            <a:off x="5122214" y="3698163"/>
            <a:ext cx="3657600" cy="816744"/>
          </a:xfrm>
          <a:prstGeom prst="rect">
            <a:avLst/>
          </a:prstGeom>
          <a:noFill/>
          <a:ln>
            <a:noFill/>
          </a:ln>
        </p:spPr>
        <p:txBody>
          <a:bodyPr spcFirstLastPara="1" wrap="square" lIns="91425" tIns="45700" rIns="91425" bIns="45700" anchor="t" anchorCtr="0">
            <a:noAutofit/>
          </a:bodyPr>
          <a:lstStyle/>
          <a:p>
            <a:pPr marL="171450" lvl="0" indent="-107950" algn="l" rtl="0">
              <a:spcBef>
                <a:spcPts val="0"/>
              </a:spcBef>
              <a:spcAft>
                <a:spcPts val="0"/>
              </a:spcAft>
              <a:buClr>
                <a:srgbClr val="0E0E3A"/>
              </a:buClr>
              <a:buSzPts val="1000"/>
              <a:buFont typeface="Arial"/>
              <a:buNone/>
            </a:pPr>
            <a:r>
              <a:rPr lang="ja-JP" altLang="en-US" dirty="0"/>
              <a:t>①結果を出せない原因を特定し、チームを強くしたい</a:t>
            </a:r>
          </a:p>
          <a:p>
            <a:pPr marL="171450" lvl="0" indent="-107950" algn="l" rtl="0">
              <a:spcBef>
                <a:spcPts val="0"/>
              </a:spcBef>
              <a:spcAft>
                <a:spcPts val="0"/>
              </a:spcAft>
              <a:buClr>
                <a:srgbClr val="0E0E3A"/>
              </a:buClr>
              <a:buSzPts val="1000"/>
              <a:buFont typeface="Arial"/>
              <a:buNone/>
            </a:pPr>
            <a:r>
              <a:rPr lang="ja-JP" altLang="en-US" dirty="0"/>
              <a:t>②個々の状態を科学的に把握し、怪我・メンタル不調を確実に減らしたい</a:t>
            </a:r>
          </a:p>
        </p:txBody>
      </p:sp>
      <p:sp>
        <p:nvSpPr>
          <p:cNvPr id="68" name="Google Shape;68;p2"/>
          <p:cNvSpPr txBox="1">
            <a:spLocks noGrp="1"/>
          </p:cNvSpPr>
          <p:nvPr>
            <p:ph type="body" idx="9"/>
          </p:nvPr>
        </p:nvSpPr>
        <p:spPr>
          <a:xfrm>
            <a:off x="5262114" y="4679543"/>
            <a:ext cx="3160354" cy="833669"/>
          </a:xfrm>
          <a:prstGeom prst="rect">
            <a:avLst/>
          </a:prstGeom>
          <a:noFill/>
          <a:ln>
            <a:noFill/>
          </a:ln>
        </p:spPr>
        <p:txBody>
          <a:bodyPr spcFirstLastPara="1" wrap="square" lIns="91425" tIns="45700" rIns="91425" bIns="45700" anchor="t" anchorCtr="0">
            <a:noAutofit/>
          </a:bodyPr>
          <a:lstStyle/>
          <a:p>
            <a:pPr marL="171450" lvl="0" indent="-107950" algn="l" rtl="0">
              <a:spcBef>
                <a:spcPts val="0"/>
              </a:spcBef>
              <a:spcAft>
                <a:spcPts val="0"/>
              </a:spcAft>
              <a:buClr>
                <a:srgbClr val="0E0E3A"/>
              </a:buClr>
              <a:buSzPts val="1000"/>
              <a:buFont typeface="Arial"/>
              <a:buNone/>
            </a:pPr>
            <a:r>
              <a:rPr lang="ja-JP" altLang="en-US" dirty="0"/>
              <a:t>①課題を見える化する最新機器は高価で単独導入が困難</a:t>
            </a:r>
          </a:p>
          <a:p>
            <a:pPr marL="171450" lvl="0" indent="-107950" algn="l" rtl="0">
              <a:spcBef>
                <a:spcPts val="0"/>
              </a:spcBef>
              <a:spcAft>
                <a:spcPts val="0"/>
              </a:spcAft>
              <a:buClr>
                <a:srgbClr val="0E0E3A"/>
              </a:buClr>
              <a:buSzPts val="1000"/>
              <a:buFont typeface="Arial"/>
              <a:buNone/>
            </a:pPr>
            <a:r>
              <a:rPr lang="ja-JP" altLang="en-US" dirty="0"/>
              <a:t>② 学校部活動ではプレー以外（食事・睡眠・心理など）を支援する人材・時間・ノウハウが不足している</a:t>
            </a:r>
          </a:p>
        </p:txBody>
      </p:sp>
      <p:sp>
        <p:nvSpPr>
          <p:cNvPr id="69" name="Google Shape;69;p2"/>
          <p:cNvSpPr txBox="1">
            <a:spLocks noGrp="1"/>
          </p:cNvSpPr>
          <p:nvPr>
            <p:ph type="body" idx="13"/>
          </p:nvPr>
        </p:nvSpPr>
        <p:spPr>
          <a:xfrm>
            <a:off x="8528858" y="3664804"/>
            <a:ext cx="3039530" cy="816743"/>
          </a:xfrm>
          <a:prstGeom prst="rect">
            <a:avLst/>
          </a:prstGeom>
          <a:noFill/>
          <a:ln>
            <a:noFill/>
          </a:ln>
        </p:spPr>
        <p:txBody>
          <a:bodyPr spcFirstLastPara="1" wrap="square" lIns="91425" tIns="45700" rIns="91425" bIns="45700" anchor="t" anchorCtr="0">
            <a:noAutofit/>
          </a:bodyPr>
          <a:lstStyle/>
          <a:p>
            <a:pPr marL="171450" lvl="0" indent="-107950" algn="l" rtl="0">
              <a:spcBef>
                <a:spcPts val="0"/>
              </a:spcBef>
              <a:spcAft>
                <a:spcPts val="0"/>
              </a:spcAft>
              <a:buClr>
                <a:srgbClr val="0E0E3A"/>
              </a:buClr>
              <a:buSzPts val="1000"/>
              <a:buFont typeface="Arial"/>
              <a:buNone/>
            </a:pPr>
            <a:r>
              <a:rPr lang="ja-JP" altLang="en-US" dirty="0"/>
              <a:t>①指導者の勘や知見に頼る</a:t>
            </a:r>
          </a:p>
          <a:p>
            <a:pPr marL="171450" lvl="0" indent="-107950" algn="l" rtl="0">
              <a:spcBef>
                <a:spcPts val="0"/>
              </a:spcBef>
              <a:spcAft>
                <a:spcPts val="0"/>
              </a:spcAft>
              <a:buClr>
                <a:srgbClr val="0E0E3A"/>
              </a:buClr>
              <a:buSzPts val="1000"/>
              <a:buFont typeface="Arial"/>
              <a:buNone/>
            </a:pPr>
            <a:r>
              <a:rPr lang="ja-JP" altLang="en-US" dirty="0"/>
              <a:t>②部活動の限られた時間と学校設備で対応</a:t>
            </a:r>
          </a:p>
        </p:txBody>
      </p:sp>
      <p:sp>
        <p:nvSpPr>
          <p:cNvPr id="70" name="Google Shape;70;p2"/>
          <p:cNvSpPr txBox="1">
            <a:spLocks noGrp="1"/>
          </p:cNvSpPr>
          <p:nvPr>
            <p:ph type="body" idx="14"/>
          </p:nvPr>
        </p:nvSpPr>
        <p:spPr>
          <a:xfrm>
            <a:off x="8528856" y="4679543"/>
            <a:ext cx="3039530" cy="833669"/>
          </a:xfrm>
          <a:prstGeom prst="rect">
            <a:avLst/>
          </a:prstGeom>
          <a:noFill/>
          <a:ln>
            <a:noFill/>
          </a:ln>
        </p:spPr>
        <p:txBody>
          <a:bodyPr spcFirstLastPara="1" wrap="square" lIns="91425" tIns="45700" rIns="91425" bIns="45700" anchor="t" anchorCtr="0">
            <a:noAutofit/>
          </a:bodyPr>
          <a:lstStyle/>
          <a:p>
            <a:pPr marL="171450" lvl="0" indent="-107950" algn="l" rtl="0">
              <a:spcBef>
                <a:spcPts val="0"/>
              </a:spcBef>
              <a:spcAft>
                <a:spcPts val="0"/>
              </a:spcAft>
              <a:buClr>
                <a:srgbClr val="0E0E3A"/>
              </a:buClr>
              <a:buSzPts val="1000"/>
              <a:buFont typeface="Arial"/>
              <a:buNone/>
            </a:pPr>
            <a:r>
              <a:rPr lang="ja-JP" altLang="en-US" dirty="0"/>
              <a:t>① 成果や成長が見えづらく、選手のモチベーションが続かない</a:t>
            </a:r>
          </a:p>
          <a:p>
            <a:pPr marL="171450" lvl="0" indent="-107950" algn="l" rtl="0">
              <a:spcBef>
                <a:spcPts val="0"/>
              </a:spcBef>
              <a:spcAft>
                <a:spcPts val="0"/>
              </a:spcAft>
              <a:buClr>
                <a:srgbClr val="0E0E3A"/>
              </a:buClr>
              <a:buSzPts val="1000"/>
              <a:buFont typeface="Arial"/>
              <a:buNone/>
            </a:pPr>
            <a:r>
              <a:rPr lang="ja-JP" altLang="en-US" dirty="0"/>
              <a:t>② 怪我や不調が起きてからの対応になり、予防ができない</a:t>
            </a:r>
          </a:p>
          <a:p>
            <a:pPr marL="171450" lvl="0" indent="-107950" algn="l" rtl="0">
              <a:spcBef>
                <a:spcPts val="0"/>
              </a:spcBef>
              <a:spcAft>
                <a:spcPts val="0"/>
              </a:spcAft>
              <a:buClr>
                <a:srgbClr val="0E0E3A"/>
              </a:buClr>
              <a:buSzPts val="1000"/>
              <a:buFont typeface="Arial"/>
              <a:buNone/>
            </a:pPr>
            <a:endParaRPr dirty="0"/>
          </a:p>
        </p:txBody>
      </p:sp>
      <p:sp>
        <p:nvSpPr>
          <p:cNvPr id="71" name="Google Shape;71;p2"/>
          <p:cNvSpPr txBox="1">
            <a:spLocks noGrp="1"/>
          </p:cNvSpPr>
          <p:nvPr>
            <p:ph type="body" idx="15"/>
          </p:nvPr>
        </p:nvSpPr>
        <p:spPr>
          <a:xfrm>
            <a:off x="1546170" y="5656025"/>
            <a:ext cx="10024910" cy="424365"/>
          </a:xfrm>
          <a:prstGeom prst="rect">
            <a:avLst/>
          </a:prstGeom>
          <a:noFill/>
          <a:ln>
            <a:noFill/>
          </a:ln>
        </p:spPr>
        <p:txBody>
          <a:bodyPr spcFirstLastPara="1" wrap="square" lIns="91425" tIns="45700" rIns="91425" bIns="45700" anchor="ctr" anchorCtr="0">
            <a:noAutofit/>
          </a:bodyPr>
          <a:lstStyle/>
          <a:p>
            <a:pPr marL="0" lvl="0" indent="0">
              <a:spcBef>
                <a:spcPts val="0"/>
              </a:spcBef>
            </a:pPr>
            <a:r>
              <a:rPr lang="ja-JP" altLang="en-US" dirty="0"/>
              <a:t>原価：ほぼゼロ（施設維持＝自社リソース、測定機器＝広告を対価に無償レンタル）対策コスト；機器導入費：数十万、トレーナー派遣：月</a:t>
            </a:r>
            <a:r>
              <a:rPr lang="en-US" altLang="ja-JP" dirty="0"/>
              <a:t>1</a:t>
            </a:r>
            <a:r>
              <a:rPr lang="ja-JP" altLang="en-US" dirty="0"/>
              <a:t>回外部トレーナー（</a:t>
            </a:r>
            <a:r>
              <a:rPr lang="en-US" altLang="ja-JP" dirty="0"/>
              <a:t>¥30,000〜50,000</a:t>
            </a:r>
            <a:r>
              <a:rPr lang="ja-JP" altLang="en-US" dirty="0"/>
              <a:t>）、時間コスト・精神負担：練習設計・怪我対応・個別相談、指導者の責任負担　合計月</a:t>
            </a:r>
            <a:r>
              <a:rPr lang="en-US" altLang="ja-JP" dirty="0"/>
              <a:t>10</a:t>
            </a:r>
            <a:r>
              <a:rPr lang="ja-JP" altLang="en-US" dirty="0"/>
              <a:t>万程度　</a:t>
            </a:r>
            <a:endParaRPr lang="en-US" altLang="ja-JP" dirty="0"/>
          </a:p>
          <a:p>
            <a:pPr marL="0" lvl="0" indent="0">
              <a:spcBef>
                <a:spcPts val="0"/>
              </a:spcBef>
            </a:pPr>
            <a:r>
              <a:rPr lang="en-US" altLang="ja-JP" dirty="0"/>
              <a:t>SETAGAYA Sports Valley</a:t>
            </a:r>
            <a:r>
              <a:rPr lang="ja-JP" altLang="en-US" dirty="0"/>
              <a:t>部活動パッケージ月額</a:t>
            </a:r>
            <a:r>
              <a:rPr lang="en-US" altLang="ja-JP" dirty="0"/>
              <a:t>¥8,000〜12,000</a:t>
            </a:r>
            <a:r>
              <a:rPr lang="ja-JP" altLang="en-US" dirty="0"/>
              <a:t>／人</a:t>
            </a:r>
          </a:p>
        </p:txBody>
      </p:sp>
      <p:pic>
        <p:nvPicPr>
          <p:cNvPr id="7" name="図プレースホルダー 6" descr="屋内, 天井, 持つ, 人 が含まれている画像&#10;&#10;AI 生成コンテンツは誤りを含む可能性があります。">
            <a:extLst>
              <a:ext uri="{FF2B5EF4-FFF2-40B4-BE49-F238E27FC236}">
                <a16:creationId xmlns:a16="http://schemas.microsoft.com/office/drawing/2014/main" id="{A3E24E06-E0E3-9239-F8DA-E6CACD25F3EB}"/>
              </a:ext>
            </a:extLst>
          </p:cNvPr>
          <p:cNvPicPr>
            <a:picLocks noGrp="1" noChangeAspect="1"/>
          </p:cNvPicPr>
          <p:nvPr>
            <p:ph type="pic" idx="16"/>
          </p:nvPr>
        </p:nvPicPr>
        <p:blipFill>
          <a:blip r:embed="rId3" cstate="email">
            <a:extLst>
              <a:ext uri="{28A0092B-C50C-407E-A947-70E740481C1C}">
                <a14:useLocalDpi xmlns:a14="http://schemas.microsoft.com/office/drawing/2010/main"/>
              </a:ext>
            </a:extLst>
          </a:blip>
          <a:srcRect/>
          <a:stretch>
            <a:fillRect/>
          </a:stretch>
        </p:blipFill>
        <p:spPr>
          <a:xfrm>
            <a:off x="3489325" y="2509838"/>
            <a:ext cx="1658938" cy="1228725"/>
          </a:xfrm>
          <a:prstGeom prst="rect">
            <a:avLst/>
          </a:prstGeom>
          <a:noFill/>
          <a:ln>
            <a:noFill/>
          </a:ln>
        </p:spPr>
      </p:pic>
      <p:pic>
        <p:nvPicPr>
          <p:cNvPr id="8" name="図 7" descr="がっかりしている若いビジネスマン">
            <a:extLst>
              <a:ext uri="{FF2B5EF4-FFF2-40B4-BE49-F238E27FC236}">
                <a16:creationId xmlns:a16="http://schemas.microsoft.com/office/drawing/2014/main" id="{2D6F9E55-6A16-35FC-1228-E64D5F831ADC}"/>
              </a:ext>
            </a:extLst>
          </p:cNvPr>
          <p:cNvPicPr>
            <a:picLocks noChangeAspect="1"/>
          </p:cNvPicPr>
          <p:nvPr/>
        </p:nvPicPr>
        <p:blipFill>
          <a:blip r:embed="rId4"/>
          <a:stretch>
            <a:fillRect/>
          </a:stretch>
        </p:blipFill>
        <p:spPr>
          <a:xfrm>
            <a:off x="10803577" y="1086806"/>
            <a:ext cx="604281" cy="1423032"/>
          </a:xfrm>
          <a:prstGeom prst="rect">
            <a:avLst/>
          </a:prstGeom>
        </p:spPr>
      </p:pic>
      <p:sp>
        <p:nvSpPr>
          <p:cNvPr id="2" name="正方形/長方形 1">
            <a:extLst>
              <a:ext uri="{FF2B5EF4-FFF2-40B4-BE49-F238E27FC236}">
                <a16:creationId xmlns:a16="http://schemas.microsoft.com/office/drawing/2014/main" id="{A941CE2C-0B6E-507B-F3B8-DA342F16C291}"/>
              </a:ext>
            </a:extLst>
          </p:cNvPr>
          <p:cNvSpPr/>
          <p:nvPr/>
        </p:nvSpPr>
        <p:spPr>
          <a:xfrm>
            <a:off x="1470991" y="5581816"/>
            <a:ext cx="9239416" cy="5944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検討中</a:t>
            </a:r>
          </a:p>
        </p:txBody>
      </p:sp>
    </p:spTree>
    <p:extLst>
      <p:ext uri="{BB962C8B-B14F-4D97-AF65-F5344CB8AC3E}">
        <p14:creationId xmlns:p14="http://schemas.microsoft.com/office/powerpoint/2010/main" val="19007536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9">
          <a:extLst>
            <a:ext uri="{FF2B5EF4-FFF2-40B4-BE49-F238E27FC236}">
              <a16:creationId xmlns:a16="http://schemas.microsoft.com/office/drawing/2014/main" id="{B9E5CF5B-8BED-AB4B-2384-ED40750E2FEA}"/>
            </a:ext>
          </a:extLst>
        </p:cNvPr>
        <p:cNvGrpSpPr/>
        <p:nvPr/>
      </p:nvGrpSpPr>
      <p:grpSpPr>
        <a:xfrm>
          <a:off x="0" y="0"/>
          <a:ext cx="0" cy="0"/>
          <a:chOff x="0" y="0"/>
          <a:chExt cx="0" cy="0"/>
        </a:xfrm>
      </p:grpSpPr>
      <p:sp>
        <p:nvSpPr>
          <p:cNvPr id="60" name="Google Shape;60;p2">
            <a:extLst>
              <a:ext uri="{FF2B5EF4-FFF2-40B4-BE49-F238E27FC236}">
                <a16:creationId xmlns:a16="http://schemas.microsoft.com/office/drawing/2014/main" id="{CAC2B59D-A117-DB46-0B7D-3B8704374D12}"/>
              </a:ext>
            </a:extLst>
          </p:cNvPr>
          <p:cNvSpPr txBox="1">
            <a:spLocks noGrp="1"/>
          </p:cNvSpPr>
          <p:nvPr>
            <p:ph type="body" idx="1"/>
          </p:nvPr>
        </p:nvSpPr>
        <p:spPr>
          <a:xfrm>
            <a:off x="323995" y="261382"/>
            <a:ext cx="11510085" cy="287271"/>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10253F"/>
              </a:buClr>
              <a:buSzPts val="2300"/>
              <a:buNone/>
            </a:pPr>
            <a:r>
              <a:rPr lang="ja-JP" dirty="0"/>
              <a:t>ビジネスモデルコア（顧客：</a:t>
            </a:r>
            <a:r>
              <a:rPr lang="ja-JP" altLang="en-US" dirty="0"/>
              <a:t>スポーツ科学ヘルスケア企業</a:t>
            </a:r>
            <a:r>
              <a:rPr lang="ja-JP" dirty="0"/>
              <a:t>）</a:t>
            </a:r>
            <a:endParaRPr dirty="0"/>
          </a:p>
        </p:txBody>
      </p:sp>
      <p:sp>
        <p:nvSpPr>
          <p:cNvPr id="61" name="Google Shape;61;p2">
            <a:extLst>
              <a:ext uri="{FF2B5EF4-FFF2-40B4-BE49-F238E27FC236}">
                <a16:creationId xmlns:a16="http://schemas.microsoft.com/office/drawing/2014/main" id="{EEB18A2E-C78E-C471-5739-FA2EAC7609DF}"/>
              </a:ext>
            </a:extLst>
          </p:cNvPr>
          <p:cNvSpPr txBox="1">
            <a:spLocks noGrp="1"/>
          </p:cNvSpPr>
          <p:nvPr>
            <p:ph type="body" idx="2"/>
          </p:nvPr>
        </p:nvSpPr>
        <p:spPr>
          <a:xfrm>
            <a:off x="734529" y="1669402"/>
            <a:ext cx="4417324" cy="5944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E0E3A"/>
              </a:buClr>
              <a:buSzPts val="1000"/>
              <a:buNone/>
            </a:pPr>
            <a:r>
              <a:rPr lang="ja-JP" altLang="en-US" dirty="0"/>
              <a:t>①技術を販売するチャネルができる</a:t>
            </a:r>
          </a:p>
          <a:p>
            <a:pPr marL="0" lvl="0" indent="0" algn="l" rtl="0">
              <a:spcBef>
                <a:spcPts val="0"/>
              </a:spcBef>
              <a:spcAft>
                <a:spcPts val="0"/>
              </a:spcAft>
              <a:buClr>
                <a:srgbClr val="0E0E3A"/>
              </a:buClr>
              <a:buSzPts val="1000"/>
              <a:buNone/>
            </a:pPr>
            <a:r>
              <a:rPr lang="ja-JP" altLang="en-US" dirty="0"/>
              <a:t>②すぐに使える“リアルなテスト環境”が提供できる</a:t>
            </a:r>
          </a:p>
          <a:p>
            <a:pPr marL="0" lvl="0" indent="0" algn="l" rtl="0">
              <a:spcBef>
                <a:spcPts val="0"/>
              </a:spcBef>
              <a:spcAft>
                <a:spcPts val="0"/>
              </a:spcAft>
              <a:buClr>
                <a:srgbClr val="0E0E3A"/>
              </a:buClr>
              <a:buSzPts val="1000"/>
              <a:buNone/>
            </a:pPr>
            <a:r>
              <a:rPr lang="ja-JP" altLang="en-US" dirty="0"/>
              <a:t>③導入・販売につながる導線（営業チャネル）を作れる</a:t>
            </a:r>
          </a:p>
        </p:txBody>
      </p:sp>
      <p:sp>
        <p:nvSpPr>
          <p:cNvPr id="62" name="Google Shape;62;p2">
            <a:extLst>
              <a:ext uri="{FF2B5EF4-FFF2-40B4-BE49-F238E27FC236}">
                <a16:creationId xmlns:a16="http://schemas.microsoft.com/office/drawing/2014/main" id="{F502FAB2-0944-4B6C-0549-9F9AD9F6D472}"/>
              </a:ext>
            </a:extLst>
          </p:cNvPr>
          <p:cNvSpPr txBox="1">
            <a:spLocks noGrp="1"/>
          </p:cNvSpPr>
          <p:nvPr>
            <p:ph type="body" idx="3"/>
          </p:nvPr>
        </p:nvSpPr>
        <p:spPr>
          <a:xfrm>
            <a:off x="734529" y="2509911"/>
            <a:ext cx="2679790" cy="160932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E0E3A"/>
              </a:buClr>
              <a:buSzPts val="1000"/>
              <a:buNone/>
            </a:pPr>
            <a:r>
              <a:rPr lang="en-US" altLang="ja-JP" dirty="0"/>
              <a:t>SETAGAYA Sports Valley</a:t>
            </a:r>
            <a:r>
              <a:rPr lang="ja-JP" altLang="en-US" dirty="0"/>
              <a:t>は、スポーツ科学・ヘルスケア企業に対し、常設フィールドでの継続的体験を通じて一般ユーザのリアルな使用データを収集し、そのデータを基点に体験から導入までの自然な導線を設計することで、従来の展示会依存や研究室偏重から脱却し、来年度予算削減リスクを回避しながら持続的な顧客接点と販売成果を同時に実現する。</a:t>
            </a:r>
          </a:p>
          <a:p>
            <a:pPr marL="0" lvl="0" indent="0" algn="l" rtl="0">
              <a:spcBef>
                <a:spcPts val="0"/>
              </a:spcBef>
              <a:spcAft>
                <a:spcPts val="0"/>
              </a:spcAft>
              <a:buClr>
                <a:srgbClr val="0E0E3A"/>
              </a:buClr>
              <a:buSzPts val="1000"/>
              <a:buNone/>
            </a:pPr>
            <a:endParaRPr lang="ja-JP" altLang="en-US" dirty="0"/>
          </a:p>
          <a:p>
            <a:pPr marL="0" lvl="0" indent="0" algn="l" rtl="0">
              <a:spcBef>
                <a:spcPts val="0"/>
              </a:spcBef>
              <a:spcAft>
                <a:spcPts val="0"/>
              </a:spcAft>
              <a:buClr>
                <a:srgbClr val="0E0E3A"/>
              </a:buClr>
              <a:buSzPts val="1000"/>
              <a:buNone/>
            </a:pPr>
            <a:endParaRPr lang="ja-JP" altLang="en-US" dirty="0"/>
          </a:p>
          <a:p>
            <a:pPr marL="0" lvl="0" indent="0" algn="l" rtl="0">
              <a:spcBef>
                <a:spcPts val="0"/>
              </a:spcBef>
              <a:spcAft>
                <a:spcPts val="0"/>
              </a:spcAft>
              <a:buClr>
                <a:srgbClr val="0E0E3A"/>
              </a:buClr>
              <a:buSzPts val="1000"/>
              <a:buNone/>
            </a:pPr>
            <a:endParaRPr dirty="0"/>
          </a:p>
        </p:txBody>
      </p:sp>
      <p:sp>
        <p:nvSpPr>
          <p:cNvPr id="63" name="Google Shape;63;p2">
            <a:extLst>
              <a:ext uri="{FF2B5EF4-FFF2-40B4-BE49-F238E27FC236}">
                <a16:creationId xmlns:a16="http://schemas.microsoft.com/office/drawing/2014/main" id="{F9D99773-369B-0B1A-515F-965135413A82}"/>
              </a:ext>
            </a:extLst>
          </p:cNvPr>
          <p:cNvSpPr txBox="1">
            <a:spLocks noGrp="1"/>
          </p:cNvSpPr>
          <p:nvPr>
            <p:ph type="body" idx="4"/>
          </p:nvPr>
        </p:nvSpPr>
        <p:spPr>
          <a:xfrm>
            <a:off x="731521" y="4365345"/>
            <a:ext cx="4417324" cy="1138810"/>
          </a:xfrm>
          <a:prstGeom prst="rect">
            <a:avLst/>
          </a:prstGeom>
          <a:noFill/>
          <a:ln>
            <a:noFill/>
          </a:ln>
        </p:spPr>
        <p:txBody>
          <a:bodyPr spcFirstLastPara="1" wrap="square" lIns="91425" tIns="45700" rIns="91425" bIns="45700" anchor="t" anchorCtr="0">
            <a:noAutofit/>
          </a:bodyPr>
          <a:lstStyle/>
          <a:p>
            <a:pPr marL="171450" lvl="0" indent="-107950" algn="l" rtl="0">
              <a:spcBef>
                <a:spcPts val="0"/>
              </a:spcBef>
              <a:spcAft>
                <a:spcPts val="0"/>
              </a:spcAft>
              <a:buClr>
                <a:srgbClr val="0E0E3A"/>
              </a:buClr>
              <a:buSzPts val="1000"/>
              <a:buFont typeface="Arial"/>
              <a:buNone/>
            </a:pPr>
            <a:r>
              <a:rPr lang="ja-JP" altLang="en-US" dirty="0"/>
              <a:t>①常設フィールドでのユーザ体験提供</a:t>
            </a:r>
          </a:p>
          <a:p>
            <a:pPr marL="171450" lvl="0" indent="-107950" algn="l" rtl="0">
              <a:spcBef>
                <a:spcPts val="0"/>
              </a:spcBef>
              <a:spcAft>
                <a:spcPts val="0"/>
              </a:spcAft>
              <a:buClr>
                <a:srgbClr val="0E0E3A"/>
              </a:buClr>
              <a:buSzPts val="1000"/>
              <a:buFont typeface="Arial"/>
              <a:buNone/>
            </a:pPr>
            <a:r>
              <a:rPr lang="ja-JP" altLang="en-US" dirty="0"/>
              <a:t>→ 展示会依存から脱却し、継続的にユーザ接点を確保</a:t>
            </a:r>
          </a:p>
          <a:p>
            <a:pPr marL="171450" lvl="0" indent="-107950" algn="l" rtl="0">
              <a:spcBef>
                <a:spcPts val="0"/>
              </a:spcBef>
              <a:spcAft>
                <a:spcPts val="0"/>
              </a:spcAft>
              <a:buClr>
                <a:srgbClr val="0E0E3A"/>
              </a:buClr>
              <a:buSzPts val="1000"/>
              <a:buFont typeface="Arial"/>
              <a:buNone/>
            </a:pPr>
            <a:r>
              <a:rPr lang="ja-JP" altLang="en-US" dirty="0"/>
              <a:t>②一般ユーザの実使用データ収集</a:t>
            </a:r>
          </a:p>
          <a:p>
            <a:pPr marL="171450" lvl="0" indent="-107950" algn="l" rtl="0">
              <a:spcBef>
                <a:spcPts val="0"/>
              </a:spcBef>
              <a:spcAft>
                <a:spcPts val="0"/>
              </a:spcAft>
              <a:buClr>
                <a:srgbClr val="0E0E3A"/>
              </a:buClr>
              <a:buSzPts val="1000"/>
              <a:buFont typeface="Arial"/>
              <a:buNone/>
            </a:pPr>
            <a:r>
              <a:rPr lang="ja-JP" altLang="en-US" dirty="0"/>
              <a:t>→ 製品の市場適応性を検証できる</a:t>
            </a:r>
          </a:p>
          <a:p>
            <a:pPr marL="171450" lvl="0" indent="-107950" algn="l" rtl="0">
              <a:spcBef>
                <a:spcPts val="0"/>
              </a:spcBef>
              <a:spcAft>
                <a:spcPts val="0"/>
              </a:spcAft>
              <a:buClr>
                <a:srgbClr val="0E0E3A"/>
              </a:buClr>
              <a:buSzPts val="1000"/>
              <a:buFont typeface="Arial"/>
              <a:buNone/>
            </a:pPr>
            <a:r>
              <a:rPr lang="ja-JP" altLang="en-US" dirty="0"/>
              <a:t>③体験から導入までのシームレスな導線</a:t>
            </a:r>
          </a:p>
          <a:p>
            <a:pPr marL="171450" lvl="0" indent="-107950" algn="l" rtl="0">
              <a:spcBef>
                <a:spcPts val="0"/>
              </a:spcBef>
              <a:spcAft>
                <a:spcPts val="0"/>
              </a:spcAft>
              <a:buClr>
                <a:srgbClr val="0E0E3A"/>
              </a:buClr>
              <a:buSzPts val="1000"/>
              <a:buFont typeface="Arial"/>
              <a:buNone/>
            </a:pPr>
            <a:r>
              <a:rPr lang="ja-JP" altLang="en-US" dirty="0"/>
              <a:t>→ 営業依存ではなく、自然な顧客獲得につながる</a:t>
            </a:r>
          </a:p>
          <a:p>
            <a:pPr marL="171450" lvl="0" indent="-107950" algn="l" rtl="0">
              <a:spcBef>
                <a:spcPts val="0"/>
              </a:spcBef>
              <a:spcAft>
                <a:spcPts val="0"/>
              </a:spcAft>
              <a:buClr>
                <a:srgbClr val="0E0E3A"/>
              </a:buClr>
              <a:buSzPts val="1000"/>
              <a:buFont typeface="Arial"/>
              <a:buNone/>
            </a:pPr>
            <a:endParaRPr dirty="0"/>
          </a:p>
        </p:txBody>
      </p:sp>
      <p:sp>
        <p:nvSpPr>
          <p:cNvPr id="64" name="Google Shape;64;p2">
            <a:extLst>
              <a:ext uri="{FF2B5EF4-FFF2-40B4-BE49-F238E27FC236}">
                <a16:creationId xmlns:a16="http://schemas.microsoft.com/office/drawing/2014/main" id="{482F7633-629F-5F74-2654-A056DF56DECB}"/>
              </a:ext>
            </a:extLst>
          </p:cNvPr>
          <p:cNvSpPr txBox="1">
            <a:spLocks noGrp="1"/>
          </p:cNvSpPr>
          <p:nvPr>
            <p:ph type="body" idx="5"/>
          </p:nvPr>
        </p:nvSpPr>
        <p:spPr>
          <a:xfrm>
            <a:off x="5200857" y="1591977"/>
            <a:ext cx="6171861" cy="35592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E0E3A"/>
              </a:buClr>
              <a:buSzPts val="1000"/>
              <a:buNone/>
            </a:pPr>
            <a:r>
              <a:rPr lang="ja-JP" altLang="en-US" dirty="0"/>
              <a:t>・創業</a:t>
            </a:r>
            <a:r>
              <a:rPr lang="en-US" altLang="ja-JP" dirty="0"/>
              <a:t>5</a:t>
            </a:r>
            <a:r>
              <a:rPr lang="ja-JP" altLang="en-US" dirty="0"/>
              <a:t>年スポーツ機器メーカー、代表が</a:t>
            </a:r>
            <a:r>
              <a:rPr lang="en-US" altLang="ja-JP" dirty="0"/>
              <a:t>30</a:t>
            </a:r>
            <a:r>
              <a:rPr lang="ja-JP" altLang="en-US" dirty="0"/>
              <a:t>代、自身もスポーツ経験があり</a:t>
            </a:r>
          </a:p>
          <a:p>
            <a:pPr marL="0" lvl="0" indent="0" algn="l" rtl="0">
              <a:spcBef>
                <a:spcPts val="0"/>
              </a:spcBef>
              <a:spcAft>
                <a:spcPts val="0"/>
              </a:spcAft>
              <a:buClr>
                <a:srgbClr val="0E0E3A"/>
              </a:buClr>
              <a:buSzPts val="1000"/>
              <a:buNone/>
            </a:pPr>
            <a:r>
              <a:rPr lang="ja-JP" altLang="en-US" dirty="0"/>
              <a:t>・日本では浸透していない先端測定・分析の機器を保有</a:t>
            </a:r>
            <a:endParaRPr lang="en-US" altLang="ja-JP" dirty="0"/>
          </a:p>
        </p:txBody>
      </p:sp>
      <p:sp>
        <p:nvSpPr>
          <p:cNvPr id="65" name="Google Shape;65;p2">
            <a:extLst>
              <a:ext uri="{FF2B5EF4-FFF2-40B4-BE49-F238E27FC236}">
                <a16:creationId xmlns:a16="http://schemas.microsoft.com/office/drawing/2014/main" id="{C1870C97-F107-5308-A6C5-806C3DEC9602}"/>
              </a:ext>
            </a:extLst>
          </p:cNvPr>
          <p:cNvSpPr txBox="1">
            <a:spLocks noGrp="1"/>
          </p:cNvSpPr>
          <p:nvPr>
            <p:ph type="body" idx="6"/>
          </p:nvPr>
        </p:nvSpPr>
        <p:spPr>
          <a:xfrm>
            <a:off x="5399220" y="2171928"/>
            <a:ext cx="6171861" cy="368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E0E3A"/>
              </a:buClr>
              <a:buSzPts val="1000"/>
              <a:buNone/>
            </a:pPr>
            <a:r>
              <a:rPr lang="ja-JP" altLang="en-US" dirty="0"/>
              <a:t>「展示会や広告のコスト負担に悩みを感じている」</a:t>
            </a:r>
          </a:p>
          <a:p>
            <a:pPr marL="0" lvl="0" indent="0" algn="l" rtl="0">
              <a:spcBef>
                <a:spcPts val="0"/>
              </a:spcBef>
              <a:spcAft>
                <a:spcPts val="0"/>
              </a:spcAft>
              <a:buClr>
                <a:srgbClr val="0E0E3A"/>
              </a:buClr>
              <a:buSzPts val="1000"/>
              <a:buNone/>
            </a:pPr>
            <a:r>
              <a:rPr lang="ja-JP" altLang="en-US" dirty="0"/>
              <a:t>「日本にはないが、海外では普及している技術で絶対の自信を持っている」</a:t>
            </a:r>
          </a:p>
          <a:p>
            <a:pPr marL="0" lvl="0" indent="0" algn="l" rtl="0">
              <a:spcBef>
                <a:spcPts val="0"/>
              </a:spcBef>
              <a:spcAft>
                <a:spcPts val="0"/>
              </a:spcAft>
              <a:buClr>
                <a:srgbClr val="0E0E3A"/>
              </a:buClr>
              <a:buSzPts val="1000"/>
              <a:buNone/>
            </a:pPr>
            <a:r>
              <a:rPr lang="ja-JP" altLang="en-US" dirty="0"/>
              <a:t>「購入となると学校では高価で購入に至らないことに悩み」</a:t>
            </a:r>
          </a:p>
        </p:txBody>
      </p:sp>
      <p:sp>
        <p:nvSpPr>
          <p:cNvPr id="66" name="Google Shape;66;p2">
            <a:extLst>
              <a:ext uri="{FF2B5EF4-FFF2-40B4-BE49-F238E27FC236}">
                <a16:creationId xmlns:a16="http://schemas.microsoft.com/office/drawing/2014/main" id="{70022E61-66DD-C3D7-44AE-1B1C60261A12}"/>
              </a:ext>
            </a:extLst>
          </p:cNvPr>
          <p:cNvSpPr txBox="1">
            <a:spLocks noGrp="1"/>
          </p:cNvSpPr>
          <p:nvPr>
            <p:ph type="body" idx="7"/>
          </p:nvPr>
        </p:nvSpPr>
        <p:spPr>
          <a:xfrm>
            <a:off x="5399219" y="2823873"/>
            <a:ext cx="6171861" cy="368248"/>
          </a:xfrm>
          <a:prstGeom prst="rect">
            <a:avLst/>
          </a:prstGeom>
          <a:noFill/>
          <a:ln>
            <a:noFill/>
          </a:ln>
        </p:spPr>
        <p:txBody>
          <a:bodyPr spcFirstLastPara="1" wrap="square" lIns="91425" tIns="45700" rIns="91425" bIns="45700" anchor="t" anchorCtr="0">
            <a:noAutofit/>
          </a:bodyPr>
          <a:lstStyle/>
          <a:p>
            <a:pPr marL="0" lvl="0" indent="0">
              <a:spcBef>
                <a:spcPts val="0"/>
              </a:spcBef>
            </a:pPr>
            <a:r>
              <a:rPr lang="ja-JP" altLang="en-US" dirty="0"/>
              <a:t>日本国内のスポーツ科学・ヘルスケア関連企業：約</a:t>
            </a:r>
            <a:r>
              <a:rPr lang="en-US" altLang="ja-JP" dirty="0"/>
              <a:t>2,500</a:t>
            </a:r>
            <a:r>
              <a:rPr lang="ja-JP" altLang="en-US" dirty="0"/>
              <a:t>社</a:t>
            </a:r>
            <a:r>
              <a:rPr lang="en-US" altLang="ja-JP" dirty="0"/>
              <a:t>×</a:t>
            </a:r>
            <a:r>
              <a:rPr lang="ja-JP" altLang="en-US" dirty="0"/>
              <a:t>首都圏割合</a:t>
            </a:r>
            <a:r>
              <a:rPr lang="en-US" altLang="ja-JP" dirty="0"/>
              <a:t>40%×</a:t>
            </a:r>
            <a:r>
              <a:rPr lang="ja-JP" altLang="en-US" dirty="0"/>
              <a:t>一般ユーザ接点を模索している企業約</a:t>
            </a:r>
            <a:r>
              <a:rPr lang="en-US" altLang="ja-JP" dirty="0"/>
              <a:t>25</a:t>
            </a:r>
            <a:r>
              <a:rPr lang="ja-JP" altLang="en-US" dirty="0"/>
              <a:t>％＝</a:t>
            </a:r>
            <a:r>
              <a:rPr lang="en-US" altLang="ja-JP" dirty="0"/>
              <a:t>250</a:t>
            </a:r>
            <a:r>
              <a:rPr lang="ja-JP" altLang="en-US" dirty="0"/>
              <a:t>社</a:t>
            </a:r>
          </a:p>
          <a:p>
            <a:pPr marL="0" lvl="0" indent="0">
              <a:spcBef>
                <a:spcPts val="0"/>
              </a:spcBef>
            </a:pPr>
            <a:endParaRPr lang="ja-JP" altLang="en-US" dirty="0"/>
          </a:p>
        </p:txBody>
      </p:sp>
      <p:sp>
        <p:nvSpPr>
          <p:cNvPr id="67" name="Google Shape;67;p2">
            <a:extLst>
              <a:ext uri="{FF2B5EF4-FFF2-40B4-BE49-F238E27FC236}">
                <a16:creationId xmlns:a16="http://schemas.microsoft.com/office/drawing/2014/main" id="{F9A94639-25E0-EA88-66A1-BDB572C69382}"/>
              </a:ext>
            </a:extLst>
          </p:cNvPr>
          <p:cNvSpPr txBox="1">
            <a:spLocks noGrp="1"/>
          </p:cNvSpPr>
          <p:nvPr>
            <p:ph type="body" idx="8"/>
          </p:nvPr>
        </p:nvSpPr>
        <p:spPr>
          <a:xfrm>
            <a:off x="5223269" y="3738563"/>
            <a:ext cx="3205113" cy="816744"/>
          </a:xfrm>
          <a:prstGeom prst="rect">
            <a:avLst/>
          </a:prstGeom>
          <a:noFill/>
          <a:ln>
            <a:noFill/>
          </a:ln>
        </p:spPr>
        <p:txBody>
          <a:bodyPr spcFirstLastPara="1" wrap="square" lIns="91425" tIns="45700" rIns="91425" bIns="45700" anchor="t" anchorCtr="0">
            <a:noAutofit/>
          </a:bodyPr>
          <a:lstStyle/>
          <a:p>
            <a:pPr marL="171450" lvl="0" indent="-107950" algn="l" rtl="0">
              <a:spcBef>
                <a:spcPts val="0"/>
              </a:spcBef>
              <a:spcAft>
                <a:spcPts val="0"/>
              </a:spcAft>
              <a:buClr>
                <a:srgbClr val="0E0E3A"/>
              </a:buClr>
              <a:buSzPts val="1000"/>
              <a:buFont typeface="Arial"/>
              <a:buNone/>
            </a:pPr>
            <a:r>
              <a:rPr lang="ja-JP" altLang="en-US" dirty="0"/>
              <a:t>①販売するチャネルが欲しい</a:t>
            </a:r>
            <a:endParaRPr lang="en-US" altLang="ja-JP" dirty="0"/>
          </a:p>
          <a:p>
            <a:pPr marL="171450" lvl="0" indent="-107950" algn="l" rtl="0">
              <a:spcBef>
                <a:spcPts val="0"/>
              </a:spcBef>
              <a:spcAft>
                <a:spcPts val="0"/>
              </a:spcAft>
              <a:buClr>
                <a:srgbClr val="0E0E3A"/>
              </a:buClr>
              <a:buSzPts val="1000"/>
              <a:buFont typeface="Arial"/>
              <a:buNone/>
            </a:pPr>
            <a:r>
              <a:rPr lang="ja-JP" altLang="en-US" dirty="0"/>
              <a:t>②すぐに使える“リアルなテスト環境”が欲しい</a:t>
            </a:r>
          </a:p>
          <a:p>
            <a:pPr marL="171450" lvl="0" indent="-107950" algn="l" rtl="0">
              <a:spcBef>
                <a:spcPts val="0"/>
              </a:spcBef>
              <a:spcAft>
                <a:spcPts val="0"/>
              </a:spcAft>
              <a:buClr>
                <a:srgbClr val="0E0E3A"/>
              </a:buClr>
              <a:buSzPts val="1000"/>
              <a:buFont typeface="Arial"/>
              <a:buNone/>
            </a:pPr>
            <a:r>
              <a:rPr lang="ja-JP" altLang="en-US" dirty="0"/>
              <a:t>③実証フィールド・機会が欲しい</a:t>
            </a:r>
          </a:p>
        </p:txBody>
      </p:sp>
      <p:sp>
        <p:nvSpPr>
          <p:cNvPr id="68" name="Google Shape;68;p2">
            <a:extLst>
              <a:ext uri="{FF2B5EF4-FFF2-40B4-BE49-F238E27FC236}">
                <a16:creationId xmlns:a16="http://schemas.microsoft.com/office/drawing/2014/main" id="{79A8E84B-4F2D-4454-DC7B-8F58B2CAE18E}"/>
              </a:ext>
            </a:extLst>
          </p:cNvPr>
          <p:cNvSpPr txBox="1">
            <a:spLocks noGrp="1"/>
          </p:cNvSpPr>
          <p:nvPr>
            <p:ph type="body" idx="9"/>
          </p:nvPr>
        </p:nvSpPr>
        <p:spPr>
          <a:xfrm>
            <a:off x="5200857" y="4679543"/>
            <a:ext cx="3416968" cy="833669"/>
          </a:xfrm>
          <a:prstGeom prst="rect">
            <a:avLst/>
          </a:prstGeom>
          <a:noFill/>
          <a:ln>
            <a:noFill/>
          </a:ln>
        </p:spPr>
        <p:txBody>
          <a:bodyPr spcFirstLastPara="1" wrap="square" lIns="91425" tIns="45700" rIns="91425" bIns="45700" anchor="t" anchorCtr="0">
            <a:noAutofit/>
          </a:bodyPr>
          <a:lstStyle/>
          <a:p>
            <a:pPr marL="171450" lvl="0" indent="-107950" algn="l" rtl="0">
              <a:spcBef>
                <a:spcPts val="0"/>
              </a:spcBef>
              <a:spcAft>
                <a:spcPts val="0"/>
              </a:spcAft>
              <a:buClr>
                <a:srgbClr val="0E0E3A"/>
              </a:buClr>
              <a:buSzPts val="1000"/>
              <a:buFont typeface="Arial"/>
              <a:buNone/>
            </a:pPr>
            <a:r>
              <a:rPr lang="ja-JP" altLang="en-US" dirty="0"/>
              <a:t>①営業人員やネットワークが不足</a:t>
            </a:r>
            <a:endParaRPr lang="en-US" altLang="ja-JP" dirty="0"/>
          </a:p>
          <a:p>
            <a:pPr marL="171450" lvl="0" indent="-107950" algn="l" rtl="0">
              <a:spcBef>
                <a:spcPts val="0"/>
              </a:spcBef>
              <a:spcAft>
                <a:spcPts val="0"/>
              </a:spcAft>
              <a:buClr>
                <a:srgbClr val="0E0E3A"/>
              </a:buClr>
              <a:buSzPts val="1000"/>
              <a:buFont typeface="Arial"/>
              <a:buNone/>
            </a:pPr>
            <a:r>
              <a:rPr lang="ja-JP" altLang="en-US" dirty="0"/>
              <a:t>②専用施設や被験者の確保に高コストがかかる</a:t>
            </a:r>
            <a:endParaRPr lang="en-US" altLang="ja-JP" dirty="0"/>
          </a:p>
          <a:p>
            <a:pPr marL="171450" lvl="0" indent="-107950" algn="l" rtl="0">
              <a:spcBef>
                <a:spcPts val="0"/>
              </a:spcBef>
              <a:spcAft>
                <a:spcPts val="0"/>
              </a:spcAft>
              <a:buClr>
                <a:srgbClr val="0E0E3A"/>
              </a:buClr>
              <a:buSzPts val="1000"/>
              <a:buFont typeface="Arial"/>
              <a:buNone/>
            </a:pPr>
            <a:r>
              <a:rPr lang="ja-JP" altLang="en-US" dirty="0"/>
              <a:t>③導入前に試せる環境が整っていない</a:t>
            </a:r>
          </a:p>
        </p:txBody>
      </p:sp>
      <p:sp>
        <p:nvSpPr>
          <p:cNvPr id="69" name="Google Shape;69;p2">
            <a:extLst>
              <a:ext uri="{FF2B5EF4-FFF2-40B4-BE49-F238E27FC236}">
                <a16:creationId xmlns:a16="http://schemas.microsoft.com/office/drawing/2014/main" id="{FF466665-75E4-132C-D279-5BA2D506FE50}"/>
              </a:ext>
            </a:extLst>
          </p:cNvPr>
          <p:cNvSpPr txBox="1">
            <a:spLocks noGrp="1"/>
          </p:cNvSpPr>
          <p:nvPr>
            <p:ph type="body" idx="13"/>
          </p:nvPr>
        </p:nvSpPr>
        <p:spPr>
          <a:xfrm>
            <a:off x="8528858" y="3664804"/>
            <a:ext cx="3039530" cy="816743"/>
          </a:xfrm>
          <a:prstGeom prst="rect">
            <a:avLst/>
          </a:prstGeom>
          <a:noFill/>
          <a:ln>
            <a:noFill/>
          </a:ln>
        </p:spPr>
        <p:txBody>
          <a:bodyPr spcFirstLastPara="1" wrap="square" lIns="91425" tIns="45700" rIns="91425" bIns="45700" anchor="t" anchorCtr="0">
            <a:noAutofit/>
          </a:bodyPr>
          <a:lstStyle/>
          <a:p>
            <a:pPr marL="171450" lvl="0" indent="-107950" algn="l" rtl="0">
              <a:spcBef>
                <a:spcPts val="0"/>
              </a:spcBef>
              <a:spcAft>
                <a:spcPts val="0"/>
              </a:spcAft>
              <a:buClr>
                <a:srgbClr val="0E0E3A"/>
              </a:buClr>
              <a:buSzPts val="1000"/>
              <a:buFont typeface="Arial"/>
              <a:buNone/>
            </a:pPr>
            <a:r>
              <a:rPr lang="ja-JP" altLang="en-US" dirty="0"/>
              <a:t>①展示会、代理店やパートナー企業との提携</a:t>
            </a:r>
            <a:endParaRPr lang="en-US" altLang="ja-JP" dirty="0"/>
          </a:p>
          <a:p>
            <a:pPr marL="171450" lvl="0" indent="-107950" algn="l" rtl="0">
              <a:spcBef>
                <a:spcPts val="0"/>
              </a:spcBef>
              <a:spcAft>
                <a:spcPts val="0"/>
              </a:spcAft>
              <a:buClr>
                <a:srgbClr val="0E0E3A"/>
              </a:buClr>
              <a:buSzPts val="1000"/>
              <a:buFont typeface="Arial"/>
              <a:buNone/>
            </a:pPr>
            <a:r>
              <a:rPr lang="ja-JP" altLang="en-US" dirty="0"/>
              <a:t>②自社で簡易的な検証環境を構築、被保険者はネットで募集</a:t>
            </a:r>
            <a:endParaRPr lang="en-US" altLang="ja-JP" dirty="0"/>
          </a:p>
          <a:p>
            <a:pPr marL="171450" lvl="0" indent="-107950" algn="l" rtl="0">
              <a:spcBef>
                <a:spcPts val="0"/>
              </a:spcBef>
              <a:spcAft>
                <a:spcPts val="0"/>
              </a:spcAft>
              <a:buClr>
                <a:srgbClr val="0E0E3A"/>
              </a:buClr>
              <a:buSzPts val="1000"/>
              <a:buFont typeface="Arial"/>
              <a:buNone/>
            </a:pPr>
            <a:r>
              <a:rPr lang="ja-JP" altLang="en-US" dirty="0"/>
              <a:t>③事例紹介、スポーツイベントで体験ブースを設置</a:t>
            </a:r>
          </a:p>
        </p:txBody>
      </p:sp>
      <p:sp>
        <p:nvSpPr>
          <p:cNvPr id="70" name="Google Shape;70;p2">
            <a:extLst>
              <a:ext uri="{FF2B5EF4-FFF2-40B4-BE49-F238E27FC236}">
                <a16:creationId xmlns:a16="http://schemas.microsoft.com/office/drawing/2014/main" id="{DE2DB18B-8597-BE67-6E7E-CC075BB55955}"/>
              </a:ext>
            </a:extLst>
          </p:cNvPr>
          <p:cNvSpPr txBox="1">
            <a:spLocks noGrp="1"/>
          </p:cNvSpPr>
          <p:nvPr>
            <p:ph type="body" idx="14"/>
          </p:nvPr>
        </p:nvSpPr>
        <p:spPr>
          <a:xfrm>
            <a:off x="8340139" y="4679542"/>
            <a:ext cx="3416967" cy="833669"/>
          </a:xfrm>
          <a:prstGeom prst="rect">
            <a:avLst/>
          </a:prstGeom>
          <a:noFill/>
          <a:ln>
            <a:noFill/>
          </a:ln>
        </p:spPr>
        <p:txBody>
          <a:bodyPr spcFirstLastPara="1" wrap="square" lIns="91425" tIns="45700" rIns="91425" bIns="45700" anchor="t" anchorCtr="0">
            <a:noAutofit/>
          </a:bodyPr>
          <a:lstStyle/>
          <a:p>
            <a:pPr marL="171450" lvl="0" indent="-107950" algn="l" rtl="0">
              <a:spcBef>
                <a:spcPts val="0"/>
              </a:spcBef>
              <a:spcAft>
                <a:spcPts val="0"/>
              </a:spcAft>
              <a:buClr>
                <a:srgbClr val="0E0E3A"/>
              </a:buClr>
              <a:buSzPts val="1000"/>
              <a:buFont typeface="Arial"/>
              <a:buNone/>
            </a:pPr>
            <a:r>
              <a:rPr lang="ja-JP" altLang="en-US" dirty="0"/>
              <a:t>①展示会は高コスト、パートナー依存で将来性が不安</a:t>
            </a:r>
            <a:endParaRPr lang="en-US" altLang="ja-JP" dirty="0"/>
          </a:p>
          <a:p>
            <a:pPr marL="171450" lvl="0" indent="-107950" algn="l" rtl="0">
              <a:spcBef>
                <a:spcPts val="0"/>
              </a:spcBef>
              <a:spcAft>
                <a:spcPts val="0"/>
              </a:spcAft>
              <a:buClr>
                <a:srgbClr val="0E0E3A"/>
              </a:buClr>
              <a:buSzPts val="1000"/>
              <a:buFont typeface="Arial"/>
              <a:buNone/>
            </a:pPr>
            <a:r>
              <a:rPr lang="ja-JP" altLang="en-US" dirty="0"/>
              <a:t>②実際の利用環境、ユーザと乖離しており、顧客に響かない</a:t>
            </a:r>
            <a:endParaRPr lang="en-US" altLang="ja-JP" dirty="0"/>
          </a:p>
          <a:p>
            <a:pPr marL="171450" lvl="0" indent="-107950" algn="l" rtl="0">
              <a:spcBef>
                <a:spcPts val="0"/>
              </a:spcBef>
              <a:spcAft>
                <a:spcPts val="0"/>
              </a:spcAft>
              <a:buClr>
                <a:srgbClr val="0E0E3A"/>
              </a:buClr>
              <a:buSzPts val="1000"/>
              <a:buFont typeface="Arial"/>
              <a:buNone/>
            </a:pPr>
            <a:r>
              <a:rPr lang="ja-JP" altLang="en-US" dirty="0"/>
              <a:t>③事例の口頭での紹介だけでは、効果が伝わらず、イベントは短期間で、継続的な効果がない</a:t>
            </a:r>
            <a:endParaRPr dirty="0"/>
          </a:p>
        </p:txBody>
      </p:sp>
      <p:sp>
        <p:nvSpPr>
          <p:cNvPr id="71" name="Google Shape;71;p2">
            <a:extLst>
              <a:ext uri="{FF2B5EF4-FFF2-40B4-BE49-F238E27FC236}">
                <a16:creationId xmlns:a16="http://schemas.microsoft.com/office/drawing/2014/main" id="{FB270790-5F5D-256F-5A88-C0AB27A2529B}"/>
              </a:ext>
            </a:extLst>
          </p:cNvPr>
          <p:cNvSpPr txBox="1">
            <a:spLocks noGrp="1"/>
          </p:cNvSpPr>
          <p:nvPr>
            <p:ph type="body" idx="15"/>
          </p:nvPr>
        </p:nvSpPr>
        <p:spPr>
          <a:xfrm>
            <a:off x="1546169" y="5656025"/>
            <a:ext cx="10185755" cy="424365"/>
          </a:xfrm>
          <a:prstGeom prst="rect">
            <a:avLst/>
          </a:prstGeom>
          <a:noFill/>
          <a:ln>
            <a:noFill/>
          </a:ln>
        </p:spPr>
        <p:txBody>
          <a:bodyPr spcFirstLastPara="1" wrap="square" lIns="91425" tIns="45700" rIns="91425" bIns="45700" anchor="ctr" anchorCtr="0">
            <a:noAutofit/>
          </a:bodyPr>
          <a:lstStyle/>
          <a:p>
            <a:pPr marL="0" lvl="0" indent="0">
              <a:spcBef>
                <a:spcPts val="0"/>
              </a:spcBef>
            </a:pPr>
            <a:r>
              <a:rPr lang="ja-JP" altLang="en-US" dirty="0"/>
              <a:t>原価：ほぼゼロ（データ収集＝施設・被験者：自社リソース） 現在の対策コスト：展示会出展費用：</a:t>
            </a:r>
            <a:r>
              <a:rPr lang="en-US" altLang="ja-JP" dirty="0"/>
              <a:t>1</a:t>
            </a:r>
            <a:r>
              <a:rPr lang="ja-JP" altLang="en-US" dirty="0"/>
              <a:t>回あたり数百万円（ブース設営・人件費・移動費）、データ収集費用：</a:t>
            </a:r>
            <a:r>
              <a:rPr lang="en-US" altLang="ja-JP" dirty="0"/>
              <a:t>¥10,000〜¥20,000</a:t>
            </a:r>
            <a:r>
              <a:rPr lang="ja-JP" altLang="en-US" dirty="0"/>
              <a:t>／人、営業活動コスト：営業先依存で人件費・時間コストが高い→年間数百万円規模＋精神的負担（営業依存・成果不透明） </a:t>
            </a:r>
            <a:endParaRPr lang="en-US" altLang="ja-JP" dirty="0"/>
          </a:p>
          <a:p>
            <a:pPr marL="0" lvl="0" indent="0">
              <a:spcBef>
                <a:spcPts val="0"/>
              </a:spcBef>
            </a:pPr>
            <a:r>
              <a:rPr lang="en-US" altLang="ja-JP" dirty="0"/>
              <a:t>SETAGAYA Sports Valley</a:t>
            </a:r>
            <a:r>
              <a:rPr lang="ja-JP" altLang="en-US" dirty="0"/>
              <a:t>月額 </a:t>
            </a:r>
            <a:r>
              <a:rPr lang="en-US" altLang="ja-JP" dirty="0"/>
              <a:t>¥300,000〜¥500,000</a:t>
            </a:r>
            <a:r>
              <a:rPr lang="ja-JP" altLang="en-US" dirty="0"/>
              <a:t>／社（常設ショールーム＋継続的データ収集＋導線設計）、スポット利用 </a:t>
            </a:r>
            <a:r>
              <a:rPr lang="en-US" altLang="ja-JP" dirty="0"/>
              <a:t>¥100,000〜¥150,000</a:t>
            </a:r>
            <a:r>
              <a:rPr lang="ja-JP" altLang="en-US" dirty="0"/>
              <a:t>／回（展示会出展の</a:t>
            </a:r>
            <a:r>
              <a:rPr lang="en-US" altLang="ja-JP" dirty="0"/>
              <a:t>1/3〜1/5</a:t>
            </a:r>
            <a:r>
              <a:rPr lang="ja-JP" altLang="en-US" dirty="0"/>
              <a:t>程度）</a:t>
            </a:r>
          </a:p>
        </p:txBody>
      </p:sp>
      <p:pic>
        <p:nvPicPr>
          <p:cNvPr id="7" name="図プレースホルダー 6" descr="屋内, 天井, 持つ, 人 が含まれている画像&#10;&#10;AI 生成コンテンツは誤りを含む可能性があります。">
            <a:extLst>
              <a:ext uri="{FF2B5EF4-FFF2-40B4-BE49-F238E27FC236}">
                <a16:creationId xmlns:a16="http://schemas.microsoft.com/office/drawing/2014/main" id="{9C797CCA-D903-A09F-5C9A-652886F9D036}"/>
              </a:ext>
            </a:extLst>
          </p:cNvPr>
          <p:cNvPicPr>
            <a:picLocks noGrp="1" noChangeAspect="1"/>
          </p:cNvPicPr>
          <p:nvPr>
            <p:ph type="pic" idx="16"/>
          </p:nvPr>
        </p:nvPicPr>
        <p:blipFill>
          <a:blip r:embed="rId3" cstate="email">
            <a:extLst>
              <a:ext uri="{28A0092B-C50C-407E-A947-70E740481C1C}">
                <a14:useLocalDpi xmlns:a14="http://schemas.microsoft.com/office/drawing/2010/main"/>
              </a:ext>
            </a:extLst>
          </a:blip>
          <a:srcRect/>
          <a:stretch>
            <a:fillRect/>
          </a:stretch>
        </p:blipFill>
        <p:spPr>
          <a:xfrm>
            <a:off x="3489325" y="2509838"/>
            <a:ext cx="1658938" cy="1228725"/>
          </a:xfrm>
          <a:prstGeom prst="rect">
            <a:avLst/>
          </a:prstGeom>
          <a:noFill/>
          <a:ln>
            <a:noFill/>
          </a:ln>
        </p:spPr>
      </p:pic>
      <p:sp>
        <p:nvSpPr>
          <p:cNvPr id="3" name="図プレースホルダー 2">
            <a:extLst>
              <a:ext uri="{FF2B5EF4-FFF2-40B4-BE49-F238E27FC236}">
                <a16:creationId xmlns:a16="http://schemas.microsoft.com/office/drawing/2014/main" id="{315EC857-8AC8-A91E-F80B-0F11B5BA2413}"/>
              </a:ext>
            </a:extLst>
          </p:cNvPr>
          <p:cNvSpPr>
            <a:spLocks noGrp="1"/>
          </p:cNvSpPr>
          <p:nvPr>
            <p:ph type="pic" idx="17"/>
          </p:nvPr>
        </p:nvSpPr>
        <p:spPr/>
        <p:txBody>
          <a:bodyPr/>
          <a:lstStyle/>
          <a:p>
            <a:endParaRPr lang="ja-JP" altLang="en-US"/>
          </a:p>
        </p:txBody>
      </p:sp>
      <p:pic>
        <p:nvPicPr>
          <p:cNvPr id="4" name="図 3" descr="若い学生に対してノート PC の画面を指している教師">
            <a:extLst>
              <a:ext uri="{FF2B5EF4-FFF2-40B4-BE49-F238E27FC236}">
                <a16:creationId xmlns:a16="http://schemas.microsoft.com/office/drawing/2014/main" id="{3429BF5B-C916-FF82-F6DC-60862426D0B3}"/>
              </a:ext>
            </a:extLst>
          </p:cNvPr>
          <p:cNvPicPr>
            <a:picLocks noChangeAspect="1"/>
          </p:cNvPicPr>
          <p:nvPr/>
        </p:nvPicPr>
        <p:blipFill>
          <a:blip r:embed="rId4"/>
          <a:stretch>
            <a:fillRect/>
          </a:stretch>
        </p:blipFill>
        <p:spPr>
          <a:xfrm>
            <a:off x="10241281" y="1101271"/>
            <a:ext cx="1376514" cy="917452"/>
          </a:xfrm>
          <a:prstGeom prst="rect">
            <a:avLst/>
          </a:prstGeom>
        </p:spPr>
      </p:pic>
      <p:sp>
        <p:nvSpPr>
          <p:cNvPr id="2" name="正方形/長方形 1">
            <a:extLst>
              <a:ext uri="{FF2B5EF4-FFF2-40B4-BE49-F238E27FC236}">
                <a16:creationId xmlns:a16="http://schemas.microsoft.com/office/drawing/2014/main" id="{D289F26A-6217-68F9-0AB7-C509DDCBE2A4}"/>
              </a:ext>
            </a:extLst>
          </p:cNvPr>
          <p:cNvSpPr/>
          <p:nvPr/>
        </p:nvSpPr>
        <p:spPr>
          <a:xfrm>
            <a:off x="1470991" y="5581816"/>
            <a:ext cx="9239416" cy="5944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検討中</a:t>
            </a:r>
          </a:p>
        </p:txBody>
      </p:sp>
    </p:spTree>
    <p:extLst>
      <p:ext uri="{BB962C8B-B14F-4D97-AF65-F5344CB8AC3E}">
        <p14:creationId xmlns:p14="http://schemas.microsoft.com/office/powerpoint/2010/main" val="2919206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E22F2F-4EBE-3B08-00B1-E24A28240A03}"/>
              </a:ext>
            </a:extLst>
          </p:cNvPr>
          <p:cNvSpPr>
            <a:spLocks noGrp="1"/>
          </p:cNvSpPr>
          <p:nvPr>
            <p:ph type="title"/>
          </p:nvPr>
        </p:nvSpPr>
        <p:spPr/>
        <p:txBody>
          <a:bodyPr/>
          <a:lstStyle/>
          <a:p>
            <a:r>
              <a:rPr kumimoji="1" lang="ja-JP" altLang="en-US" dirty="0"/>
              <a:t>商品説明資料</a:t>
            </a:r>
          </a:p>
        </p:txBody>
      </p:sp>
      <p:sp>
        <p:nvSpPr>
          <p:cNvPr id="5" name="テキスト ボックス 4">
            <a:extLst>
              <a:ext uri="{FF2B5EF4-FFF2-40B4-BE49-F238E27FC236}">
                <a16:creationId xmlns:a16="http://schemas.microsoft.com/office/drawing/2014/main" id="{72A9A9E1-DEA1-A959-7C62-78C9E2E84ECE}"/>
              </a:ext>
            </a:extLst>
          </p:cNvPr>
          <p:cNvSpPr txBox="1"/>
          <p:nvPr/>
        </p:nvSpPr>
        <p:spPr>
          <a:xfrm>
            <a:off x="3736763" y="2967335"/>
            <a:ext cx="4185761" cy="461665"/>
          </a:xfrm>
          <a:prstGeom prst="rect">
            <a:avLst/>
          </a:prstGeom>
          <a:solidFill>
            <a:srgbClr val="00AE19"/>
          </a:solidFill>
        </p:spPr>
        <p:txBody>
          <a:bodyPr wrap="none" rtlCol="0">
            <a:spAutoFit/>
          </a:bodyPr>
          <a:lstStyle/>
          <a:p>
            <a:r>
              <a:rPr kumimoji="1" lang="ja-JP" altLang="en-US" sz="2400" b="1" dirty="0">
                <a:solidFill>
                  <a:schemeClr val="bg1"/>
                </a:solidFill>
                <a:latin typeface="SST Japanese Pro Regular" pitchFamily="34" charset="-128"/>
                <a:ea typeface="SST Japanese Pro Regular" pitchFamily="34" charset="-128"/>
              </a:rPr>
              <a:t>商品説明資料を添付ください</a:t>
            </a:r>
          </a:p>
        </p:txBody>
      </p:sp>
    </p:spTree>
    <p:extLst>
      <p:ext uri="{BB962C8B-B14F-4D97-AF65-F5344CB8AC3E}">
        <p14:creationId xmlns:p14="http://schemas.microsoft.com/office/powerpoint/2010/main" val="16793701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A3D082-B963-C50D-B485-74481E552157}"/>
              </a:ext>
            </a:extLst>
          </p:cNvPr>
          <p:cNvSpPr>
            <a:spLocks noGrp="1"/>
          </p:cNvSpPr>
          <p:nvPr>
            <p:ph type="title"/>
          </p:nvPr>
        </p:nvSpPr>
        <p:spPr>
          <a:xfrm>
            <a:off x="-58117" y="-43904"/>
            <a:ext cx="10177131" cy="447675"/>
          </a:xfrm>
          <a:noFill/>
          <a:ln>
            <a:noFill/>
          </a:ln>
        </p:spPr>
        <p:txBody>
          <a:bodyPr spcFirstLastPara="1" wrap="square" lIns="91425" tIns="45700" rIns="91425" bIns="45700" anchor="t" anchorCtr="0">
            <a:noAutofit/>
          </a:bodyPr>
          <a:lstStyle/>
          <a:p>
            <a:pPr defTabSz="457140" eaLnBrk="0" fontAlgn="base" hangingPunct="0">
              <a:spcBef>
                <a:spcPct val="0"/>
              </a:spcBef>
              <a:spcAft>
                <a:spcPct val="0"/>
              </a:spcAft>
              <a:buClrTx/>
              <a:buSzTx/>
              <a:buFontTx/>
            </a:pPr>
            <a:r>
              <a:rPr kumimoji="1" lang="ja-JP" altLang="en-US" sz="1200" dirty="0">
                <a:latin typeface="BIZ UDPゴシック" panose="020B0400000000000000" pitchFamily="50" charset="-128"/>
                <a:ea typeface="BIZ UDPゴシック" panose="020B0400000000000000" pitchFamily="50" charset="-128"/>
              </a:rPr>
              <a:t>商品説明</a:t>
            </a:r>
          </a:p>
        </p:txBody>
      </p:sp>
      <p:sp>
        <p:nvSpPr>
          <p:cNvPr id="4" name="テキスト プレースホルダー 3">
            <a:extLst>
              <a:ext uri="{FF2B5EF4-FFF2-40B4-BE49-F238E27FC236}">
                <a16:creationId xmlns:a16="http://schemas.microsoft.com/office/drawing/2014/main" id="{1E905E38-765E-652A-DB40-A0604FC4E81B}"/>
              </a:ext>
            </a:extLst>
          </p:cNvPr>
          <p:cNvSpPr>
            <a:spLocks noGrp="1"/>
          </p:cNvSpPr>
          <p:nvPr>
            <p:ph type="body" idx="2"/>
          </p:nvPr>
        </p:nvSpPr>
        <p:spPr>
          <a:xfrm>
            <a:off x="711200" y="451968"/>
            <a:ext cx="10972800" cy="523220"/>
          </a:xfrm>
        </p:spPr>
        <p:txBody>
          <a:bodyPr/>
          <a:lstStyle/>
          <a:p>
            <a:r>
              <a:rPr kumimoji="1" lang="en-US" altLang="ja-JP" sz="2400" dirty="0"/>
              <a:t>JFL</a:t>
            </a:r>
            <a:r>
              <a:rPr kumimoji="1" lang="ja-JP" altLang="en-US" sz="2400" dirty="0"/>
              <a:t>クリアソン新宿伴走型　</a:t>
            </a:r>
            <a:r>
              <a:rPr kumimoji="1" lang="en-US" altLang="ja-JP" sz="2400" dirty="0"/>
              <a:t>1Day</a:t>
            </a:r>
            <a:r>
              <a:rPr kumimoji="1" lang="ja-JP" altLang="en-US" sz="2400" dirty="0"/>
              <a:t>パワー＆ムーブメント合宿</a:t>
            </a:r>
          </a:p>
        </p:txBody>
      </p:sp>
      <p:sp>
        <p:nvSpPr>
          <p:cNvPr id="5" name="稲妻 4">
            <a:extLst>
              <a:ext uri="{FF2B5EF4-FFF2-40B4-BE49-F238E27FC236}">
                <a16:creationId xmlns:a16="http://schemas.microsoft.com/office/drawing/2014/main" id="{164601C0-E172-99AD-39B3-F6B6FB6EE920}"/>
              </a:ext>
            </a:extLst>
          </p:cNvPr>
          <p:cNvSpPr/>
          <p:nvPr/>
        </p:nvSpPr>
        <p:spPr>
          <a:xfrm>
            <a:off x="1463040" y="2340114"/>
            <a:ext cx="1238596" cy="1521229"/>
          </a:xfrm>
          <a:prstGeom prst="lightningBol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1"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テキスト ボックス 5">
            <a:extLst>
              <a:ext uri="{FF2B5EF4-FFF2-40B4-BE49-F238E27FC236}">
                <a16:creationId xmlns:a16="http://schemas.microsoft.com/office/drawing/2014/main" id="{3193567D-6A28-B7F7-7E15-440C7086FFA6}"/>
              </a:ext>
            </a:extLst>
          </p:cNvPr>
          <p:cNvSpPr txBox="1"/>
          <p:nvPr/>
        </p:nvSpPr>
        <p:spPr>
          <a:xfrm>
            <a:off x="431375" y="1830728"/>
            <a:ext cx="2911688"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000" b="0" i="0" u="none" strike="noStrike" kern="0" cap="none" spc="0" normalizeH="0" baseline="0" noProof="0" dirty="0">
                <a:ln>
                  <a:noFill/>
                </a:ln>
                <a:solidFill>
                  <a:srgbClr val="000000"/>
                </a:solidFill>
                <a:effectLst/>
                <a:uLnTx/>
                <a:uFillTx/>
                <a:latin typeface="Arial"/>
                <a:cs typeface="Arial"/>
                <a:sym typeface="Arial"/>
              </a:rPr>
              <a:t>午前：測定</a:t>
            </a:r>
            <a:endParaRPr kumimoji="0" lang="ja-JP" altLang="en-US" sz="2000" b="1" i="0" u="none" strike="noStrike" kern="0" cap="none" spc="0" normalizeH="0" baseline="0" noProof="0" dirty="0">
              <a:ln>
                <a:noFill/>
              </a:ln>
              <a:solidFill>
                <a:srgbClr val="000000"/>
              </a:solidFill>
              <a:effectLst/>
              <a:uLnTx/>
              <a:uFillTx/>
              <a:latin typeface="Arial"/>
              <a:cs typeface="Arial"/>
              <a:sym typeface="Arial"/>
            </a:endParaRPr>
          </a:p>
        </p:txBody>
      </p:sp>
      <p:sp>
        <p:nvSpPr>
          <p:cNvPr id="9" name="テキスト ボックス 8">
            <a:extLst>
              <a:ext uri="{FF2B5EF4-FFF2-40B4-BE49-F238E27FC236}">
                <a16:creationId xmlns:a16="http://schemas.microsoft.com/office/drawing/2014/main" id="{8FC07041-4CF5-89E3-4FE6-60383EB952AB}"/>
              </a:ext>
            </a:extLst>
          </p:cNvPr>
          <p:cNvSpPr txBox="1"/>
          <p:nvPr/>
        </p:nvSpPr>
        <p:spPr>
          <a:xfrm>
            <a:off x="355369" y="4299294"/>
            <a:ext cx="3950624" cy="52322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ja-JP" altLang="ja-JP" sz="1400" b="0" i="1" u="none" strike="noStrike" kern="0" cap="none" spc="0" normalizeH="0" baseline="0" noProof="0" dirty="0">
                <a:ln>
                  <a:noFill/>
                </a:ln>
                <a:solidFill>
                  <a:srgbClr val="000000"/>
                </a:solidFill>
                <a:effectLst/>
                <a:uLnTx/>
                <a:uFillTx/>
                <a:latin typeface="Arial" panose="020B0604020202020204" pitchFamily="34" charset="0"/>
                <a:cs typeface="Arial"/>
                <a:sym typeface="Arial"/>
              </a:rPr>
              <a:t>Photon Sports</a:t>
            </a:r>
            <a:r>
              <a:rPr kumimoji="0" lang="ja-JP" altLang="ja-JP" sz="14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rPr>
              <a:t>（</a:t>
            </a:r>
            <a:r>
              <a:rPr kumimoji="0" lang="ja-JP" altLang="ja-JP" sz="1400" b="0" i="0" u="none" strike="noStrike" kern="0" cap="none" spc="0" normalizeH="0" baseline="0" noProof="0">
                <a:ln>
                  <a:noFill/>
                </a:ln>
                <a:solidFill>
                  <a:srgbClr val="000000"/>
                </a:solidFill>
                <a:effectLst/>
                <a:uLnTx/>
                <a:uFillTx/>
                <a:latin typeface="Arial" panose="020B0604020202020204" pitchFamily="34" charset="0"/>
                <a:cs typeface="Arial"/>
                <a:sym typeface="Arial"/>
              </a:rPr>
              <a:t>動作解析</a:t>
            </a:r>
            <a:r>
              <a:rPr kumimoji="0" lang="ja-JP"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rPr>
              <a:t>＆改善提案</a:t>
            </a:r>
            <a:r>
              <a:rPr kumimoji="0" lang="ja-JP" altLang="ja-JP" sz="1400" b="0" i="0" u="none" strike="noStrike" kern="0" cap="none" spc="0" normalizeH="0" baseline="0" noProof="0">
                <a:ln>
                  <a:noFill/>
                </a:ln>
                <a:solidFill>
                  <a:srgbClr val="000000"/>
                </a:solidFill>
                <a:effectLst/>
                <a:uLnTx/>
                <a:uFillTx/>
                <a:latin typeface="Arial" panose="020B0604020202020204" pitchFamily="34" charset="0"/>
                <a:cs typeface="Arial"/>
                <a:sym typeface="Arial"/>
              </a:rPr>
              <a:t>） </a:t>
            </a:r>
            <a:endParaRPr kumimoji="0" lang="ja-JP" altLang="ja-JP" sz="14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ja-JP" altLang="ja-JP" sz="1400" b="0" i="1" u="none" strike="noStrike" kern="0" cap="none" spc="0" normalizeH="0" baseline="0" noProof="0" dirty="0">
                <a:ln>
                  <a:noFill/>
                </a:ln>
                <a:solidFill>
                  <a:srgbClr val="000000"/>
                </a:solidFill>
                <a:effectLst/>
                <a:uLnTx/>
                <a:uFillTx/>
                <a:latin typeface="Arial" panose="020B0604020202020204" pitchFamily="34" charset="0"/>
                <a:cs typeface="Arial"/>
                <a:sym typeface="Arial"/>
              </a:rPr>
              <a:t>Hawkin Dynamics</a:t>
            </a:r>
            <a:r>
              <a:rPr kumimoji="0" lang="ja-JP" altLang="ja-JP" sz="14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rPr>
              <a:t>（ジャンプ・パワー測定</a:t>
            </a:r>
            <a:r>
              <a:rPr kumimoji="0" lang="en-US" altLang="ja-JP" sz="14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rPr>
              <a:t>)</a:t>
            </a:r>
            <a:endParaRPr kumimoji="0" lang="ja-JP" altLang="en-US"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0" name="テキスト ボックス 9">
            <a:extLst>
              <a:ext uri="{FF2B5EF4-FFF2-40B4-BE49-F238E27FC236}">
                <a16:creationId xmlns:a16="http://schemas.microsoft.com/office/drawing/2014/main" id="{863C6CE4-AEF9-D36D-9124-4B3156F382B7}"/>
              </a:ext>
            </a:extLst>
          </p:cNvPr>
          <p:cNvSpPr txBox="1"/>
          <p:nvPr/>
        </p:nvSpPr>
        <p:spPr>
          <a:xfrm>
            <a:off x="3640087" y="1830728"/>
            <a:ext cx="4423258"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000" b="0" i="0" u="none" strike="noStrike" kern="0" cap="none" spc="0" normalizeH="0" baseline="0" noProof="0" dirty="0">
                <a:ln>
                  <a:noFill/>
                </a:ln>
                <a:solidFill>
                  <a:srgbClr val="000000"/>
                </a:solidFill>
                <a:effectLst/>
                <a:uLnTx/>
                <a:uFillTx/>
                <a:latin typeface="Arial"/>
                <a:cs typeface="Arial"/>
                <a:sym typeface="Arial"/>
              </a:rPr>
              <a:t>昼：セルフコンディショニング</a:t>
            </a:r>
            <a:endParaRPr kumimoji="0" lang="en-US" altLang="ja-JP" sz="20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000" b="0" i="0" u="none" strike="noStrike" kern="0" cap="none" spc="0" normalizeH="0" baseline="0" noProof="0" dirty="0">
                <a:ln>
                  <a:noFill/>
                </a:ln>
                <a:solidFill>
                  <a:srgbClr val="000000"/>
                </a:solidFill>
                <a:effectLst/>
                <a:uLnTx/>
                <a:uFillTx/>
                <a:latin typeface="Arial"/>
                <a:cs typeface="Arial"/>
                <a:sym typeface="Arial"/>
              </a:rPr>
              <a:t>講義</a:t>
            </a:r>
          </a:p>
        </p:txBody>
      </p:sp>
      <p:sp>
        <p:nvSpPr>
          <p:cNvPr id="13" name="テキスト ボックス 12">
            <a:extLst>
              <a:ext uri="{FF2B5EF4-FFF2-40B4-BE49-F238E27FC236}">
                <a16:creationId xmlns:a16="http://schemas.microsoft.com/office/drawing/2014/main" id="{8BCFC28C-D2E0-ACC8-7B2F-45B9001576F0}"/>
              </a:ext>
            </a:extLst>
          </p:cNvPr>
          <p:cNvSpPr txBox="1"/>
          <p:nvPr/>
        </p:nvSpPr>
        <p:spPr>
          <a:xfrm>
            <a:off x="4627188" y="4094116"/>
            <a:ext cx="6097384" cy="1384995"/>
          </a:xfrm>
          <a:prstGeom prst="rect">
            <a:avLst/>
          </a:prstGeom>
          <a:noFill/>
        </p:spPr>
        <p:txBody>
          <a:bodyPr wrap="square">
            <a:spAutoFit/>
          </a:bodyPr>
          <a:lstStyle>
            <a:defPPr marR="0" lvl="0" algn="l" rtl="0">
              <a:lnSpc>
                <a:spcPct val="100000"/>
              </a:lnSpc>
              <a:spcBef>
                <a:spcPts val="0"/>
              </a:spcBef>
              <a:spcAft>
                <a:spcPts val="0"/>
              </a:spcAft>
            </a:defPPr>
            <a:lvl1pPr marL="0" indent="0" defTabSz="914400" eaLnBrk="0" fontAlgn="base" latinLnBrk="0" hangingPunct="0">
              <a:spcBef>
                <a:spcPct val="0"/>
              </a:spcBef>
              <a:spcAft>
                <a:spcPct val="0"/>
              </a:spcAft>
              <a:buClrTx/>
              <a:buSzTx/>
              <a:buFontTx/>
              <a:buChar char="•"/>
              <a:tabLst/>
              <a:defRPr kumimoji="0" i="1" normalizeH="0" baseline="0">
                <a:ln>
                  <a:noFill/>
                </a:ln>
                <a:solidFill>
                  <a:schemeClr val="tx1"/>
                </a:solidFill>
                <a:effectLst/>
                <a:latin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ja-JP" altLang="en-US" sz="1400" b="0" i="1" u="none" strike="noStrike" kern="0" cap="none" spc="0" normalizeH="0" baseline="0" noProof="0" dirty="0">
                <a:ln>
                  <a:noFill/>
                </a:ln>
                <a:solidFill>
                  <a:srgbClr val="000000"/>
                </a:solidFill>
                <a:effectLst/>
                <a:uLnTx/>
                <a:uFillTx/>
                <a:latin typeface="Arial" panose="020B0604020202020204" pitchFamily="34" charset="0"/>
                <a:cs typeface="Arial"/>
                <a:sym typeface="Arial"/>
              </a:rPr>
              <a:t>食事：弁当</a:t>
            </a:r>
            <a:r>
              <a:rPr kumimoji="0" lang="en-US" altLang="ja-JP" sz="1400" b="0" i="1" u="none" strike="noStrike" kern="0" cap="none" spc="0" normalizeH="0" baseline="0" noProof="0" dirty="0">
                <a:ln>
                  <a:noFill/>
                </a:ln>
                <a:solidFill>
                  <a:srgbClr val="000000"/>
                </a:solidFill>
                <a:effectLst/>
                <a:uLnTx/>
                <a:uFillTx/>
                <a:latin typeface="Arial" panose="020B0604020202020204" pitchFamily="34" charset="0"/>
                <a:cs typeface="Arial"/>
                <a:sym typeface="Arial"/>
              </a:rPr>
              <a:t>(CLUBHOUSE)</a:t>
            </a: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ja-JP" sz="1400" b="0" i="1" u="none" strike="noStrike" kern="0" cap="none" spc="0" normalizeH="0" baseline="0" noProof="0" dirty="0">
                <a:ln>
                  <a:noFill/>
                </a:ln>
                <a:solidFill>
                  <a:srgbClr val="000000"/>
                </a:solidFill>
                <a:effectLst/>
                <a:uLnTx/>
                <a:uFillTx/>
                <a:latin typeface="Arial" panose="020B0604020202020204" pitchFamily="34" charset="0"/>
                <a:cs typeface="Arial"/>
                <a:sym typeface="Arial"/>
              </a:rPr>
              <a:t>【</a:t>
            </a:r>
            <a:r>
              <a:rPr kumimoji="0" lang="ja-JP" altLang="en-US" sz="1400" b="0" i="1" u="none" strike="noStrike" kern="0" cap="none" spc="0" normalizeH="0" baseline="0" noProof="0" dirty="0">
                <a:ln>
                  <a:noFill/>
                </a:ln>
                <a:solidFill>
                  <a:srgbClr val="000000"/>
                </a:solidFill>
                <a:effectLst/>
                <a:uLnTx/>
                <a:uFillTx/>
                <a:latin typeface="Arial" panose="020B0604020202020204" pitchFamily="34" charset="0"/>
                <a:cs typeface="Arial"/>
                <a:sym typeface="Arial"/>
              </a:rPr>
              <a:t>選択式</a:t>
            </a:r>
            <a:r>
              <a:rPr kumimoji="0" lang="en-US" altLang="ja-JP" sz="1400" b="0" i="1" u="none" strike="noStrike" kern="0" cap="none" spc="0" normalizeH="0" baseline="0" noProof="0" dirty="0">
                <a:ln>
                  <a:noFill/>
                </a:ln>
                <a:solidFill>
                  <a:srgbClr val="000000"/>
                </a:solidFill>
                <a:effectLst/>
                <a:uLnTx/>
                <a:uFillTx/>
                <a:latin typeface="Arial" panose="020B0604020202020204" pitchFamily="34" charset="0"/>
                <a:cs typeface="Arial"/>
                <a:sym typeface="Arial"/>
              </a:rPr>
              <a:t>】</a:t>
            </a: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ja-JP" altLang="en-US" sz="1400" b="0" i="1" u="none" strike="noStrike" kern="0" cap="none" spc="0" normalizeH="0" baseline="0" noProof="0" dirty="0">
                <a:ln>
                  <a:noFill/>
                </a:ln>
                <a:solidFill>
                  <a:srgbClr val="000000"/>
                </a:solidFill>
                <a:effectLst/>
                <a:uLnTx/>
                <a:uFillTx/>
                <a:latin typeface="Arial" panose="020B0604020202020204" pitchFamily="34" charset="0"/>
                <a:cs typeface="Arial"/>
                <a:sym typeface="Arial"/>
              </a:rPr>
              <a:t>栄養学（アスケン）</a:t>
            </a: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ja-JP" altLang="en-US" sz="1400" b="0" i="1" u="none" strike="noStrike" kern="0" cap="none" spc="0" normalizeH="0" baseline="0" noProof="0" dirty="0">
                <a:ln>
                  <a:noFill/>
                </a:ln>
                <a:solidFill>
                  <a:srgbClr val="000000"/>
                </a:solidFill>
                <a:effectLst/>
                <a:uLnTx/>
                <a:uFillTx/>
                <a:latin typeface="Arial" panose="020B0604020202020204" pitchFamily="34" charset="0"/>
                <a:cs typeface="Arial"/>
                <a:sym typeface="Arial"/>
              </a:rPr>
              <a:t>睡眠学（ブレインスリープ）</a:t>
            </a: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ja-JP" altLang="en-US" sz="1400" b="0" i="1" u="none" strike="noStrike" kern="0" cap="none" spc="0" normalizeH="0" baseline="0" noProof="0" dirty="0">
                <a:ln>
                  <a:noFill/>
                </a:ln>
                <a:solidFill>
                  <a:srgbClr val="000000"/>
                </a:solidFill>
                <a:effectLst/>
                <a:uLnTx/>
                <a:uFillTx/>
                <a:latin typeface="Arial" panose="020B0604020202020204" pitchFamily="34" charset="0"/>
                <a:cs typeface="Arial"/>
                <a:sym typeface="Arial"/>
              </a:rPr>
              <a:t>メンタル（アップマインド）</a:t>
            </a: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ja-JP" altLang="en-US" sz="1400" b="0" i="1" u="none" strike="noStrike" kern="0" cap="none" spc="0" normalizeH="0" baseline="0" noProof="0" dirty="0">
                <a:ln>
                  <a:noFill/>
                </a:ln>
                <a:solidFill>
                  <a:srgbClr val="000000"/>
                </a:solidFill>
                <a:effectLst/>
                <a:uLnTx/>
                <a:uFillTx/>
                <a:latin typeface="Arial" panose="020B0604020202020204" pitchFamily="34" charset="0"/>
                <a:cs typeface="Arial"/>
                <a:sym typeface="Arial"/>
              </a:rPr>
              <a:t>実践：セルフケアワーク</a:t>
            </a:r>
          </a:p>
        </p:txBody>
      </p:sp>
      <p:sp>
        <p:nvSpPr>
          <p:cNvPr id="14" name="テキスト ボックス 13">
            <a:extLst>
              <a:ext uri="{FF2B5EF4-FFF2-40B4-BE49-F238E27FC236}">
                <a16:creationId xmlns:a16="http://schemas.microsoft.com/office/drawing/2014/main" id="{5BFC0D10-E9BA-0A7A-0AF0-3261DCF7171D}"/>
              </a:ext>
            </a:extLst>
          </p:cNvPr>
          <p:cNvSpPr txBox="1"/>
          <p:nvPr/>
        </p:nvSpPr>
        <p:spPr>
          <a:xfrm>
            <a:off x="7596945" y="1830728"/>
            <a:ext cx="4423258"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000" b="0" i="0" u="none" strike="noStrike" kern="0" cap="none" spc="0" normalizeH="0" baseline="0" noProof="0" dirty="0">
                <a:ln>
                  <a:noFill/>
                </a:ln>
                <a:solidFill>
                  <a:srgbClr val="000000"/>
                </a:solidFill>
                <a:effectLst/>
                <a:uLnTx/>
                <a:uFillTx/>
                <a:latin typeface="Arial"/>
                <a:cs typeface="Arial"/>
                <a:sym typeface="Arial"/>
              </a:rPr>
              <a:t>午後：実戦＋データ活用</a:t>
            </a:r>
          </a:p>
        </p:txBody>
      </p:sp>
      <p:sp>
        <p:nvSpPr>
          <p:cNvPr id="16" name="テキスト ボックス 15">
            <a:extLst>
              <a:ext uri="{FF2B5EF4-FFF2-40B4-BE49-F238E27FC236}">
                <a16:creationId xmlns:a16="http://schemas.microsoft.com/office/drawing/2014/main" id="{647EDFAB-A126-7653-F49A-BB1A445955B2}"/>
              </a:ext>
            </a:extLst>
          </p:cNvPr>
          <p:cNvSpPr txBox="1"/>
          <p:nvPr/>
        </p:nvSpPr>
        <p:spPr>
          <a:xfrm>
            <a:off x="7840981" y="4257847"/>
            <a:ext cx="6097384" cy="738664"/>
          </a:xfrm>
          <a:prstGeom prst="rect">
            <a:avLst/>
          </a:prstGeom>
          <a:noFill/>
        </p:spPr>
        <p:txBody>
          <a:bodyPr wrap="square">
            <a:spAutoFit/>
          </a:bodyPr>
          <a:lstStyle>
            <a:defPPr marR="0" lvl="0" algn="l" rtl="0">
              <a:lnSpc>
                <a:spcPct val="100000"/>
              </a:lnSpc>
              <a:spcBef>
                <a:spcPts val="0"/>
              </a:spcBef>
              <a:spcAft>
                <a:spcPts val="0"/>
              </a:spcAft>
              <a:defRPr/>
            </a:defPPr>
            <a:lvl1pPr marL="0" indent="0" defTabSz="914400" eaLnBrk="0" fontAlgn="base" latinLnBrk="0" hangingPunct="0">
              <a:spcBef>
                <a:spcPct val="0"/>
              </a:spcBef>
              <a:spcAft>
                <a:spcPct val="0"/>
              </a:spcAft>
              <a:buClrTx/>
              <a:buSzTx/>
              <a:buFontTx/>
              <a:buChar char="•"/>
              <a:tabLst/>
              <a:defRPr kumimoji="0" i="1" normalizeH="0" baseline="0">
                <a:ln>
                  <a:noFill/>
                </a:ln>
                <a:solidFill>
                  <a:schemeClr val="tx1"/>
                </a:solidFill>
                <a:effectLst/>
                <a:latin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ja-JP" altLang="en-US" sz="1400" b="0" i="1" u="none" strike="noStrike" kern="0" cap="none" spc="0" normalizeH="0" baseline="0" noProof="0" dirty="0">
                <a:ln>
                  <a:noFill/>
                </a:ln>
                <a:solidFill>
                  <a:srgbClr val="000000"/>
                </a:solidFill>
                <a:effectLst/>
                <a:uLnTx/>
                <a:uFillTx/>
                <a:latin typeface="Arial" panose="020B0604020202020204" pitchFamily="34" charset="0"/>
                <a:cs typeface="Arial"/>
                <a:sym typeface="Arial"/>
              </a:rPr>
              <a:t>紅白戦 </a:t>
            </a:r>
            <a:r>
              <a:rPr kumimoji="0" lang="en-US" altLang="ja-JP" sz="1400" b="0" i="1" u="none" strike="noStrike" kern="0" cap="none" spc="0" normalizeH="0" baseline="0" noProof="0" dirty="0">
                <a:ln>
                  <a:noFill/>
                </a:ln>
                <a:solidFill>
                  <a:srgbClr val="000000"/>
                </a:solidFill>
                <a:effectLst/>
                <a:uLnTx/>
                <a:uFillTx/>
                <a:latin typeface="Arial" panose="020B0604020202020204" pitchFamily="34" charset="0"/>
                <a:cs typeface="Arial"/>
                <a:sym typeface="Arial"/>
              </a:rPr>
              <a:t>or </a:t>
            </a:r>
            <a:r>
              <a:rPr kumimoji="0" lang="ja-JP" altLang="en-US" sz="1400" b="0" i="1" u="none" strike="noStrike" kern="0" cap="none" spc="0" normalizeH="0" baseline="0" noProof="0" dirty="0">
                <a:ln>
                  <a:noFill/>
                </a:ln>
                <a:solidFill>
                  <a:srgbClr val="000000"/>
                </a:solidFill>
                <a:effectLst/>
                <a:uLnTx/>
                <a:uFillTx/>
                <a:latin typeface="Arial" panose="020B0604020202020204" pitchFamily="34" charset="0"/>
                <a:cs typeface="Arial"/>
                <a:sym typeface="Arial"/>
              </a:rPr>
              <a:t>第一生命サッカー部との試合</a:t>
            </a: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ja-JP" sz="1400" b="0" i="1" u="none" strike="noStrike" kern="0" cap="none" spc="0" normalizeH="0" baseline="0" noProof="0" dirty="0">
                <a:ln>
                  <a:noFill/>
                </a:ln>
                <a:solidFill>
                  <a:srgbClr val="000000"/>
                </a:solidFill>
                <a:effectLst/>
                <a:uLnTx/>
                <a:uFillTx/>
                <a:latin typeface="Arial" panose="020B0604020202020204" pitchFamily="34" charset="0"/>
                <a:cs typeface="Arial"/>
                <a:sym typeface="Arial"/>
              </a:rPr>
              <a:t>Player Data(GPS)</a:t>
            </a:r>
            <a:r>
              <a:rPr kumimoji="0" lang="ja-JP" altLang="en-US" sz="1400" b="0" i="1" u="none" strike="noStrike" kern="0" cap="none" spc="0" normalizeH="0" baseline="0" noProof="0" dirty="0">
                <a:ln>
                  <a:noFill/>
                </a:ln>
                <a:solidFill>
                  <a:srgbClr val="000000"/>
                </a:solidFill>
                <a:effectLst/>
                <a:uLnTx/>
                <a:uFillTx/>
                <a:latin typeface="Arial" panose="020B0604020202020204" pitchFamily="34" charset="0"/>
                <a:cs typeface="Arial"/>
                <a:sym typeface="Arial"/>
              </a:rPr>
              <a:t>＋</a:t>
            </a:r>
            <a:r>
              <a:rPr kumimoji="0" lang="en-US" altLang="ja-JP" sz="1400" b="0" i="1" u="none" strike="noStrike" kern="0" cap="none" spc="0" normalizeH="0" baseline="0" noProof="0" dirty="0">
                <a:ln>
                  <a:noFill/>
                </a:ln>
                <a:solidFill>
                  <a:srgbClr val="000000"/>
                </a:solidFill>
                <a:effectLst/>
                <a:uLnTx/>
                <a:uFillTx/>
                <a:latin typeface="Arial" panose="020B0604020202020204" pitchFamily="34" charset="0"/>
                <a:cs typeface="Arial"/>
                <a:sym typeface="Arial"/>
              </a:rPr>
              <a:t>NTT SPORTICT(AI</a:t>
            </a:r>
            <a:r>
              <a:rPr kumimoji="0" lang="ja-JP" altLang="en-US" sz="1400" b="0" i="1" u="none" strike="noStrike" kern="0" cap="none" spc="0" normalizeH="0" baseline="0" noProof="0" dirty="0">
                <a:ln>
                  <a:noFill/>
                </a:ln>
                <a:solidFill>
                  <a:srgbClr val="000000"/>
                </a:solidFill>
                <a:effectLst/>
                <a:uLnTx/>
                <a:uFillTx/>
                <a:latin typeface="Arial" panose="020B0604020202020204" pitchFamily="34" charset="0"/>
                <a:cs typeface="Arial"/>
                <a:sym typeface="Arial"/>
              </a:rPr>
              <a:t>カメラ</a:t>
            </a:r>
            <a:r>
              <a:rPr kumimoji="0" lang="en-US" altLang="ja-JP" sz="1400" b="0" i="1" u="none" strike="noStrike" kern="0" cap="none" spc="0" normalizeH="0" baseline="0" noProof="0" dirty="0">
                <a:ln>
                  <a:noFill/>
                </a:ln>
                <a:solidFill>
                  <a:srgbClr val="000000"/>
                </a:solidFill>
                <a:effectLst/>
                <a:uLnTx/>
                <a:uFillTx/>
                <a:latin typeface="Arial" panose="020B0604020202020204" pitchFamily="34" charset="0"/>
                <a:cs typeface="Arial"/>
                <a:sym typeface="Arial"/>
              </a:rPr>
              <a:t>)</a:t>
            </a: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ja-JP" altLang="en-US" sz="1400" b="0" i="1" u="none" strike="noStrike" kern="0" cap="none" spc="0" normalizeH="0" baseline="0" noProof="0" dirty="0">
                <a:ln>
                  <a:noFill/>
                </a:ln>
                <a:solidFill>
                  <a:srgbClr val="000000"/>
                </a:solidFill>
                <a:effectLst/>
                <a:uLnTx/>
                <a:uFillTx/>
                <a:latin typeface="Arial" panose="020B0604020202020204" pitchFamily="34" charset="0"/>
                <a:cs typeface="Arial"/>
                <a:sym typeface="Arial"/>
              </a:rPr>
              <a:t>個人別フィードバックレポート＆データ提供</a:t>
            </a:r>
          </a:p>
        </p:txBody>
      </p:sp>
      <p:pic>
        <p:nvPicPr>
          <p:cNvPr id="18" name="グラフィックス 17" descr="テーブル セッティング 単色塗りつぶし">
            <a:extLst>
              <a:ext uri="{FF2B5EF4-FFF2-40B4-BE49-F238E27FC236}">
                <a16:creationId xmlns:a16="http://schemas.microsoft.com/office/drawing/2014/main" id="{6CA5A09A-EC51-A4C9-AB24-A234C9F449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30449" y="2357047"/>
            <a:ext cx="1642533" cy="1642533"/>
          </a:xfrm>
          <a:prstGeom prst="rect">
            <a:avLst/>
          </a:prstGeom>
        </p:spPr>
      </p:pic>
      <p:pic>
        <p:nvPicPr>
          <p:cNvPr id="20" name="グラフィックス 19" descr="サッカー ボール 単色塗りつぶし">
            <a:extLst>
              <a:ext uri="{FF2B5EF4-FFF2-40B4-BE49-F238E27FC236}">
                <a16:creationId xmlns:a16="http://schemas.microsoft.com/office/drawing/2014/main" id="{62C8B370-6A39-F933-00F0-E2B1FDCD85F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143999" y="2472810"/>
            <a:ext cx="1346200" cy="1346200"/>
          </a:xfrm>
          <a:prstGeom prst="rect">
            <a:avLst/>
          </a:prstGeom>
        </p:spPr>
      </p:pic>
      <p:sp>
        <p:nvSpPr>
          <p:cNvPr id="21" name="テキスト ボックス 20">
            <a:extLst>
              <a:ext uri="{FF2B5EF4-FFF2-40B4-BE49-F238E27FC236}">
                <a16:creationId xmlns:a16="http://schemas.microsoft.com/office/drawing/2014/main" id="{D1AC0554-C639-7FE9-0683-A00F364E0B9E}"/>
              </a:ext>
            </a:extLst>
          </p:cNvPr>
          <p:cNvSpPr txBox="1"/>
          <p:nvPr/>
        </p:nvSpPr>
        <p:spPr>
          <a:xfrm>
            <a:off x="489785" y="5685665"/>
            <a:ext cx="4055764" cy="52322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 typeface="Arial"/>
              <a:buNone/>
              <a:tabLst/>
              <a:defRPr/>
            </a:pPr>
            <a:r>
              <a:rPr kumimoji="0" lang="ja-JP" altLang="en-US" sz="1400" b="0" i="1" u="none" strike="noStrike" kern="0" cap="none" spc="0" normalizeH="0" baseline="0" noProof="0" dirty="0">
                <a:ln>
                  <a:noFill/>
                </a:ln>
                <a:solidFill>
                  <a:srgbClr val="000000"/>
                </a:solidFill>
                <a:effectLst/>
                <a:uLnTx/>
                <a:uFillTx/>
                <a:latin typeface="Arial" panose="020B0604020202020204" pitchFamily="34" charset="0"/>
                <a:cs typeface="Arial"/>
                <a:sym typeface="Arial"/>
              </a:rPr>
              <a:t>プロ選手の「俺ならデータをこう使う！」</a:t>
            </a:r>
            <a:endParaRPr kumimoji="0" lang="en-US" altLang="ja-JP" sz="1400" b="0" i="1" u="none" strike="noStrike" kern="0" cap="none" spc="0" normalizeH="0" baseline="0" noProof="0" dirty="0">
              <a:ln>
                <a:noFill/>
              </a:ln>
              <a:solidFill>
                <a:srgbClr val="000000"/>
              </a:solidFill>
              <a:effectLst/>
              <a:uLnTx/>
              <a:uFillTx/>
              <a:latin typeface="Arial" panose="020B0604020202020204" pitchFamily="34" charset="0"/>
              <a:cs typeface="Arial"/>
              <a:sym typeface="Arial"/>
            </a:endParaRPr>
          </a:p>
          <a:p>
            <a:pPr marL="0" marR="0" lvl="0" indent="0" algn="l" defTabSz="914400" rtl="0" eaLnBrk="0" fontAlgn="base" latinLnBrk="0" hangingPunct="0">
              <a:lnSpc>
                <a:spcPct val="100000"/>
              </a:lnSpc>
              <a:spcBef>
                <a:spcPct val="0"/>
              </a:spcBef>
              <a:spcAft>
                <a:spcPct val="0"/>
              </a:spcAft>
              <a:buClrTx/>
              <a:buSzTx/>
              <a:buFont typeface="Arial"/>
              <a:buNone/>
              <a:tabLst/>
              <a:defRPr/>
            </a:pPr>
            <a:r>
              <a:rPr kumimoji="0" lang="ja-JP" altLang="en-US" sz="1400" b="0" i="1" u="none" strike="noStrike" kern="0" cap="none" spc="0" normalizeH="0" baseline="0" noProof="0" dirty="0">
                <a:ln>
                  <a:noFill/>
                </a:ln>
                <a:solidFill>
                  <a:srgbClr val="000000"/>
                </a:solidFill>
                <a:effectLst/>
                <a:uLnTx/>
                <a:uFillTx/>
                <a:latin typeface="Arial" panose="020B0604020202020204" pitchFamily="34" charset="0"/>
                <a:cs typeface="Arial"/>
                <a:sym typeface="Arial"/>
              </a:rPr>
              <a:t>現在地と目標がその場でわかる！</a:t>
            </a:r>
            <a:endParaRPr kumimoji="0" lang="ja-JP" altLang="en-US"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2" name="テキスト ボックス 21">
            <a:extLst>
              <a:ext uri="{FF2B5EF4-FFF2-40B4-BE49-F238E27FC236}">
                <a16:creationId xmlns:a16="http://schemas.microsoft.com/office/drawing/2014/main" id="{FEED5D08-085E-9C04-3441-CD80251EB54D}"/>
              </a:ext>
            </a:extLst>
          </p:cNvPr>
          <p:cNvSpPr txBox="1"/>
          <p:nvPr/>
        </p:nvSpPr>
        <p:spPr>
          <a:xfrm>
            <a:off x="4411133" y="5800880"/>
            <a:ext cx="4055764" cy="30777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 typeface="Arial"/>
              <a:buNone/>
              <a:tabLst/>
              <a:defRPr/>
            </a:pPr>
            <a:r>
              <a:rPr kumimoji="0" lang="ja-JP" altLang="en-US" sz="1400" b="0" i="1" u="none" strike="noStrike" kern="0" cap="none" spc="0" normalizeH="0" baseline="0" noProof="0" dirty="0">
                <a:ln>
                  <a:noFill/>
                </a:ln>
                <a:solidFill>
                  <a:srgbClr val="000000"/>
                </a:solidFill>
                <a:effectLst/>
                <a:uLnTx/>
                <a:uFillTx/>
                <a:latin typeface="Arial" panose="020B0604020202020204" pitchFamily="34" charset="0"/>
                <a:cs typeface="Arial"/>
                <a:sym typeface="Arial"/>
              </a:rPr>
              <a:t>実体験によるルーティーン、怪我予防</a:t>
            </a:r>
            <a:endParaRPr kumimoji="0" lang="ja-JP" altLang="en-US"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3" name="テキスト ボックス 22">
            <a:extLst>
              <a:ext uri="{FF2B5EF4-FFF2-40B4-BE49-F238E27FC236}">
                <a16:creationId xmlns:a16="http://schemas.microsoft.com/office/drawing/2014/main" id="{CC9F5D02-8B1E-3B47-3E15-B66757498404}"/>
              </a:ext>
            </a:extLst>
          </p:cNvPr>
          <p:cNvSpPr txBox="1"/>
          <p:nvPr/>
        </p:nvSpPr>
        <p:spPr>
          <a:xfrm>
            <a:off x="7958897" y="5781173"/>
            <a:ext cx="4334702" cy="30777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 typeface="Arial"/>
              <a:buNone/>
              <a:tabLst/>
              <a:defRPr/>
            </a:pPr>
            <a:r>
              <a:rPr kumimoji="0" lang="ja-JP" altLang="en-US" sz="1400" b="0" i="1" u="none" strike="noStrike" kern="0" cap="none" spc="0" normalizeH="0" baseline="0" noProof="0" dirty="0">
                <a:ln>
                  <a:noFill/>
                </a:ln>
                <a:solidFill>
                  <a:srgbClr val="000000"/>
                </a:solidFill>
                <a:effectLst/>
                <a:uLnTx/>
                <a:uFillTx/>
                <a:latin typeface="Arial" panose="020B0604020202020204" pitchFamily="34" charset="0"/>
                <a:cs typeface="Arial"/>
                <a:sym typeface="Arial"/>
              </a:rPr>
              <a:t>プロ選手と一緒にプレーする、試合後の映像を解説</a:t>
            </a:r>
            <a:endParaRPr kumimoji="0" lang="ja-JP" altLang="en-US" sz="1400" b="0" i="0" u="none" strike="noStrike" kern="0" cap="none" spc="0" normalizeH="0" baseline="0" noProof="0" dirty="0">
              <a:ln>
                <a:noFill/>
              </a:ln>
              <a:solidFill>
                <a:srgbClr val="000000"/>
              </a:solidFill>
              <a:effectLst/>
              <a:uLnTx/>
              <a:uFillTx/>
              <a:latin typeface="Arial"/>
              <a:cs typeface="Arial"/>
              <a:sym typeface="Arial"/>
            </a:endParaRPr>
          </a:p>
        </p:txBody>
      </p:sp>
      <p:pic>
        <p:nvPicPr>
          <p:cNvPr id="1027" name="Picture 3" descr="クリアソン新宿">
            <a:extLst>
              <a:ext uri="{FF2B5EF4-FFF2-40B4-BE49-F238E27FC236}">
                <a16:creationId xmlns:a16="http://schemas.microsoft.com/office/drawing/2014/main" id="{BFA15BB8-6135-B7E8-670C-792A5745830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1601" y="487733"/>
            <a:ext cx="821266" cy="821266"/>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3" descr="クリアソン新宿">
            <a:extLst>
              <a:ext uri="{FF2B5EF4-FFF2-40B4-BE49-F238E27FC236}">
                <a16:creationId xmlns:a16="http://schemas.microsoft.com/office/drawing/2014/main" id="{DC587BEB-B780-90A3-37EB-C6D292B75776}"/>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3435" y="5668467"/>
            <a:ext cx="523220" cy="52322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3" descr="クリアソン新宿">
            <a:extLst>
              <a:ext uri="{FF2B5EF4-FFF2-40B4-BE49-F238E27FC236}">
                <a16:creationId xmlns:a16="http://schemas.microsoft.com/office/drawing/2014/main" id="{4C7EF530-EA71-0E74-991C-2F06910D0B8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044383" y="5678054"/>
            <a:ext cx="523220" cy="52322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3" descr="クリアソン新宿">
            <a:extLst>
              <a:ext uri="{FF2B5EF4-FFF2-40B4-BE49-F238E27FC236}">
                <a16:creationId xmlns:a16="http://schemas.microsoft.com/office/drawing/2014/main" id="{3CB7C182-787F-9340-18B0-430322219BE9}"/>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574474" y="5638535"/>
            <a:ext cx="523220" cy="523220"/>
          </a:xfrm>
          <a:prstGeom prst="rect">
            <a:avLst/>
          </a:prstGeom>
          <a:noFill/>
          <a:extLst>
            <a:ext uri="{909E8E84-426E-40DD-AFC4-6F175D3DCCD1}">
              <a14:hiddenFill xmlns:a14="http://schemas.microsoft.com/office/drawing/2010/main">
                <a:solidFill>
                  <a:srgbClr val="FFFFFF"/>
                </a:solidFill>
              </a14:hiddenFill>
            </a:ext>
          </a:extLst>
        </p:spPr>
      </p:pic>
      <p:sp>
        <p:nvSpPr>
          <p:cNvPr id="27" name="タイトル 1">
            <a:extLst>
              <a:ext uri="{FF2B5EF4-FFF2-40B4-BE49-F238E27FC236}">
                <a16:creationId xmlns:a16="http://schemas.microsoft.com/office/drawing/2014/main" id="{791F56F6-31FC-A429-B557-7900EF13F8E0}"/>
              </a:ext>
            </a:extLst>
          </p:cNvPr>
          <p:cNvSpPr txBox="1">
            <a:spLocks/>
          </p:cNvSpPr>
          <p:nvPr/>
        </p:nvSpPr>
        <p:spPr>
          <a:xfrm>
            <a:off x="922867" y="1060463"/>
            <a:ext cx="11295157" cy="44767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2400" b="1" i="0" u="none" strike="noStrike" cap="none">
                <a:solidFill>
                  <a:srgbClr val="0E0E3A"/>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600" b="1" i="0" u="none" strike="noStrike" cap="none">
                <a:solidFill>
                  <a:srgbClr val="0E0E3A"/>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2600" b="1" i="0" u="none" strike="noStrike" cap="none">
                <a:solidFill>
                  <a:srgbClr val="0E0E3A"/>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2600" b="1" i="0" u="none" strike="noStrike" cap="none">
                <a:solidFill>
                  <a:srgbClr val="0E0E3A"/>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2600" b="1" i="0" u="none" strike="noStrike" cap="none">
                <a:solidFill>
                  <a:srgbClr val="0E0E3A"/>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3000" b="1"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3000" b="1"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3000" b="1"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30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1" lang="ja-JP" altLang="en-US" sz="1800" b="1" i="0" u="none" strike="noStrike" kern="0" cap="none" spc="0" normalizeH="0" baseline="0" noProof="0" dirty="0">
                <a:ln>
                  <a:noFill/>
                </a:ln>
                <a:solidFill>
                  <a:srgbClr val="0E0E3A"/>
                </a:solidFill>
                <a:effectLst/>
                <a:uLnTx/>
                <a:uFillTx/>
                <a:latin typeface="Arial"/>
                <a:cs typeface="Arial"/>
                <a:sym typeface="Arial"/>
              </a:rPr>
              <a:t>プロ基準の</a:t>
            </a:r>
            <a:r>
              <a:rPr kumimoji="1" lang="en-US" altLang="ja-JP" sz="1800" b="1" i="0" u="none" strike="noStrike" kern="0" cap="none" spc="0" normalizeH="0" baseline="0" noProof="0" dirty="0">
                <a:ln>
                  <a:noFill/>
                </a:ln>
                <a:solidFill>
                  <a:srgbClr val="0E0E3A"/>
                </a:solidFill>
                <a:effectLst/>
                <a:uLnTx/>
                <a:uFillTx/>
                <a:latin typeface="Arial"/>
                <a:cs typeface="Arial"/>
                <a:sym typeface="Arial"/>
              </a:rPr>
              <a:t>”</a:t>
            </a:r>
            <a:r>
              <a:rPr kumimoji="1" lang="ja-JP" altLang="en-US" sz="1800" b="1" i="0" u="none" strike="noStrike" kern="0" cap="none" spc="0" normalizeH="0" baseline="0" noProof="0" dirty="0">
                <a:ln>
                  <a:noFill/>
                </a:ln>
                <a:solidFill>
                  <a:srgbClr val="0E0E3A"/>
                </a:solidFill>
                <a:effectLst/>
                <a:uLnTx/>
                <a:uFillTx/>
                <a:latin typeface="Arial"/>
                <a:cs typeface="Arial"/>
                <a:sym typeface="Arial"/>
              </a:rPr>
              <a:t>測定</a:t>
            </a:r>
            <a:r>
              <a:rPr kumimoji="1" lang="en-US" altLang="ja-JP" sz="1800" b="1" i="0" u="none" strike="noStrike" kern="0" cap="none" spc="0" normalizeH="0" baseline="0" noProof="0" dirty="0">
                <a:ln>
                  <a:noFill/>
                </a:ln>
                <a:solidFill>
                  <a:srgbClr val="0E0E3A"/>
                </a:solidFill>
                <a:effectLst/>
                <a:uLnTx/>
                <a:uFillTx/>
                <a:latin typeface="Arial"/>
                <a:cs typeface="Arial"/>
                <a:sym typeface="Arial"/>
              </a:rPr>
              <a:t>”×”</a:t>
            </a:r>
            <a:r>
              <a:rPr kumimoji="1" lang="ja-JP" altLang="en-US" sz="1800" b="1" i="0" u="none" strike="noStrike" kern="0" cap="none" spc="0" normalizeH="0" baseline="0" noProof="0" dirty="0">
                <a:ln>
                  <a:noFill/>
                </a:ln>
                <a:solidFill>
                  <a:srgbClr val="0E0E3A"/>
                </a:solidFill>
                <a:effectLst/>
                <a:uLnTx/>
                <a:uFillTx/>
                <a:latin typeface="Arial"/>
                <a:cs typeface="Arial"/>
                <a:sym typeface="Arial"/>
              </a:rPr>
              <a:t>理論</a:t>
            </a:r>
            <a:r>
              <a:rPr kumimoji="1" lang="en-US" altLang="ja-JP" sz="1800" b="1" i="0" u="none" strike="noStrike" kern="0" cap="none" spc="0" normalizeH="0" baseline="0" noProof="0" dirty="0">
                <a:ln>
                  <a:noFill/>
                </a:ln>
                <a:solidFill>
                  <a:srgbClr val="0E0E3A"/>
                </a:solidFill>
                <a:effectLst/>
                <a:uLnTx/>
                <a:uFillTx/>
                <a:latin typeface="Arial"/>
                <a:cs typeface="Arial"/>
                <a:sym typeface="Arial"/>
              </a:rPr>
              <a:t>”×”</a:t>
            </a:r>
            <a:r>
              <a:rPr kumimoji="1" lang="ja-JP" altLang="en-US" sz="1800" b="1" i="0" u="none" strike="noStrike" kern="0" cap="none" spc="0" normalizeH="0" baseline="0" noProof="0" dirty="0">
                <a:ln>
                  <a:noFill/>
                </a:ln>
                <a:solidFill>
                  <a:srgbClr val="0E0E3A"/>
                </a:solidFill>
                <a:effectLst/>
                <a:uLnTx/>
                <a:uFillTx/>
                <a:latin typeface="Arial"/>
                <a:cs typeface="Arial"/>
                <a:sym typeface="Arial"/>
              </a:rPr>
              <a:t>データ活用</a:t>
            </a:r>
            <a:r>
              <a:rPr kumimoji="1" lang="en-US" altLang="ja-JP" sz="1800" b="1" i="0" u="none" strike="noStrike" kern="0" cap="none" spc="0" normalizeH="0" baseline="0" noProof="0" dirty="0">
                <a:ln>
                  <a:noFill/>
                </a:ln>
                <a:solidFill>
                  <a:srgbClr val="0E0E3A"/>
                </a:solidFill>
                <a:effectLst/>
                <a:uLnTx/>
                <a:uFillTx/>
                <a:latin typeface="Arial"/>
                <a:cs typeface="Arial"/>
                <a:sym typeface="Arial"/>
              </a:rPr>
              <a:t>”</a:t>
            </a:r>
            <a:r>
              <a:rPr kumimoji="1" lang="ja-JP" altLang="en-US" sz="1800" b="1" i="0" u="none" strike="noStrike" kern="0" cap="none" spc="0" normalizeH="0" baseline="0" noProof="0" dirty="0">
                <a:ln>
                  <a:noFill/>
                </a:ln>
                <a:solidFill>
                  <a:srgbClr val="0E0E3A"/>
                </a:solidFill>
                <a:effectLst/>
                <a:uLnTx/>
                <a:uFillTx/>
                <a:latin typeface="Arial"/>
                <a:cs typeface="Arial"/>
                <a:sym typeface="Arial"/>
              </a:rPr>
              <a:t>で競技力と競技理解を一気に底上げする</a:t>
            </a:r>
            <a:r>
              <a:rPr kumimoji="1" lang="en-US" altLang="ja-JP" sz="1800" b="1" i="0" u="none" strike="noStrike" kern="0" cap="none" spc="0" normalizeH="0" baseline="0" noProof="0" dirty="0">
                <a:ln>
                  <a:noFill/>
                </a:ln>
                <a:solidFill>
                  <a:srgbClr val="0E0E3A"/>
                </a:solidFill>
                <a:effectLst/>
                <a:uLnTx/>
                <a:uFillTx/>
                <a:latin typeface="Arial"/>
                <a:cs typeface="Arial"/>
                <a:sym typeface="Arial"/>
              </a:rPr>
              <a:t>”1</a:t>
            </a:r>
            <a:r>
              <a:rPr kumimoji="1" lang="ja-JP" altLang="en-US" sz="1800" b="1" i="0" u="none" strike="noStrike" kern="0" cap="none" spc="0" normalizeH="0" baseline="0" noProof="0" dirty="0">
                <a:ln>
                  <a:noFill/>
                </a:ln>
                <a:solidFill>
                  <a:srgbClr val="0E0E3A"/>
                </a:solidFill>
                <a:effectLst/>
                <a:uLnTx/>
                <a:uFillTx/>
                <a:latin typeface="Arial"/>
                <a:cs typeface="Arial"/>
                <a:sym typeface="Arial"/>
              </a:rPr>
              <a:t>日で伸びる</a:t>
            </a:r>
            <a:r>
              <a:rPr kumimoji="1" lang="en-US" altLang="ja-JP" sz="1800" b="1" i="0" u="none" strike="noStrike" kern="0" cap="none" spc="0" normalizeH="0" baseline="0" noProof="0" dirty="0">
                <a:ln>
                  <a:noFill/>
                </a:ln>
                <a:solidFill>
                  <a:srgbClr val="0E0E3A"/>
                </a:solidFill>
                <a:effectLst/>
                <a:uLnTx/>
                <a:uFillTx/>
                <a:latin typeface="Arial"/>
                <a:cs typeface="Arial"/>
                <a:sym typeface="Arial"/>
              </a:rPr>
              <a:t>”</a:t>
            </a:r>
            <a:r>
              <a:rPr kumimoji="1" lang="ja-JP" altLang="en-US" sz="1800" b="1" i="0" u="none" strike="noStrike" kern="0" cap="none" spc="0" normalizeH="0" baseline="0" noProof="0" dirty="0">
                <a:ln>
                  <a:noFill/>
                </a:ln>
                <a:solidFill>
                  <a:srgbClr val="0E0E3A"/>
                </a:solidFill>
                <a:effectLst/>
                <a:uLnTx/>
                <a:uFillTx/>
                <a:latin typeface="Arial"/>
                <a:cs typeface="Arial"/>
                <a:sym typeface="Arial"/>
              </a:rPr>
              <a:t>実感の提供</a:t>
            </a:r>
          </a:p>
        </p:txBody>
      </p:sp>
      <p:sp>
        <p:nvSpPr>
          <p:cNvPr id="28" name="楕円 27">
            <a:extLst>
              <a:ext uri="{FF2B5EF4-FFF2-40B4-BE49-F238E27FC236}">
                <a16:creationId xmlns:a16="http://schemas.microsoft.com/office/drawing/2014/main" id="{AF5E80C4-E22C-F4F4-1A75-1EDF20B06902}"/>
              </a:ext>
            </a:extLst>
          </p:cNvPr>
          <p:cNvSpPr/>
          <p:nvPr/>
        </p:nvSpPr>
        <p:spPr>
          <a:xfrm>
            <a:off x="9619673" y="2278"/>
            <a:ext cx="2539999" cy="896811"/>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dirty="0">
                <a:ln>
                  <a:noFill/>
                </a:ln>
                <a:solidFill>
                  <a:srgbClr val="000000"/>
                </a:solidFill>
                <a:effectLst/>
                <a:uLnTx/>
                <a:uFillTx/>
                <a:latin typeface="Arial"/>
                <a:ea typeface="ＭＳ Ｐゴシック" panose="020B0600070205080204" pitchFamily="50" charset="-128"/>
                <a:cs typeface="+mn-cs"/>
                <a:sym typeface="Arial"/>
              </a:rPr>
              <a:t>新入部員加入時</a:t>
            </a:r>
            <a:endParaRPr kumimoji="1" lang="en-US" altLang="ja-JP" sz="1400" b="0" i="0" u="none" strike="noStrike" kern="0" cap="none" spc="0" normalizeH="0" baseline="0" noProof="0" dirty="0">
              <a:ln>
                <a:noFill/>
              </a:ln>
              <a:solidFill>
                <a:srgbClr val="000000"/>
              </a:solidFill>
              <a:effectLst/>
              <a:uLnTx/>
              <a:uFillTx/>
              <a:latin typeface="Arial"/>
              <a:ea typeface="ＭＳ Ｐゴシック" panose="020B0600070205080204" pitchFamily="50" charset="-128"/>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400" b="0" i="0" u="none" strike="noStrike" kern="0" cap="none" spc="0" normalizeH="0" baseline="0" noProof="0" dirty="0">
                <a:ln>
                  <a:noFill/>
                </a:ln>
                <a:solidFill>
                  <a:srgbClr val="000000"/>
                </a:solidFill>
                <a:effectLst/>
                <a:uLnTx/>
                <a:uFillTx/>
                <a:latin typeface="Arial"/>
                <a:ea typeface="ＭＳ Ｐゴシック" panose="020B0600070205080204" pitchFamily="50" charset="-128"/>
                <a:cs typeface="+mn-cs"/>
                <a:sym typeface="Arial"/>
              </a:rPr>
              <a:t>OFF</a:t>
            </a:r>
            <a:r>
              <a:rPr kumimoji="1" lang="ja-JP" altLang="en-US" sz="1400" b="0" i="0" u="none" strike="noStrike" kern="0" cap="none" spc="0" normalizeH="0" baseline="0" noProof="0" dirty="0">
                <a:ln>
                  <a:noFill/>
                </a:ln>
                <a:solidFill>
                  <a:srgbClr val="000000"/>
                </a:solidFill>
                <a:effectLst/>
                <a:uLnTx/>
                <a:uFillTx/>
                <a:latin typeface="Arial"/>
                <a:ea typeface="ＭＳ Ｐゴシック" panose="020B0600070205080204" pitchFamily="50" charset="-128"/>
                <a:cs typeface="+mn-cs"/>
                <a:sym typeface="Arial"/>
              </a:rPr>
              <a:t>明けのチェック</a:t>
            </a:r>
            <a:endParaRPr kumimoji="1" lang="en-US" altLang="ja-JP" sz="1400" b="0" i="0" u="none" strike="noStrike" kern="0" cap="none" spc="0" normalizeH="0" baseline="0" noProof="0" dirty="0">
              <a:ln>
                <a:noFill/>
              </a:ln>
              <a:solidFill>
                <a:srgbClr val="000000"/>
              </a:solidFill>
              <a:effectLst/>
              <a:uLnTx/>
              <a:uFillTx/>
              <a:latin typeface="Arial"/>
              <a:ea typeface="ＭＳ Ｐゴシック" panose="020B0600070205080204" pitchFamily="50" charset="-128"/>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dirty="0">
                <a:ln>
                  <a:noFill/>
                </a:ln>
                <a:solidFill>
                  <a:srgbClr val="000000"/>
                </a:solidFill>
                <a:effectLst/>
                <a:uLnTx/>
                <a:uFillTx/>
                <a:latin typeface="Arial"/>
                <a:ea typeface="ＭＳ Ｐゴシック" panose="020B0600070205080204" pitchFamily="50" charset="-128"/>
                <a:cs typeface="+mn-cs"/>
                <a:sym typeface="Arial"/>
              </a:rPr>
              <a:t>リーグ開幕前の選考</a:t>
            </a:r>
            <a:endParaRPr kumimoji="1" lang="en-US" altLang="ja-JP" sz="1400" b="0" i="0" u="none" strike="noStrike" kern="0" cap="none" spc="0" normalizeH="0" baseline="0" noProof="0" dirty="0">
              <a:ln>
                <a:noFill/>
              </a:ln>
              <a:solidFill>
                <a:srgbClr val="000000"/>
              </a:solidFill>
              <a:effectLst/>
              <a:uLnTx/>
              <a:uFillTx/>
              <a:latin typeface="Arial"/>
              <a:ea typeface="ＭＳ Ｐゴシック" panose="020B0600070205080204" pitchFamily="50" charset="-128"/>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400" b="0" i="0" u="none" strike="noStrike" kern="0" cap="none" spc="0" normalizeH="0" baseline="0" noProof="0" dirty="0">
                <a:ln>
                  <a:noFill/>
                </a:ln>
                <a:solidFill>
                  <a:srgbClr val="000000"/>
                </a:solidFill>
                <a:effectLst/>
                <a:uLnTx/>
                <a:uFillTx/>
                <a:latin typeface="Arial"/>
                <a:ea typeface="ＭＳ Ｐゴシック" panose="020B0600070205080204" pitchFamily="50" charset="-128"/>
                <a:cs typeface="+mn-cs"/>
                <a:sym typeface="Arial"/>
              </a:rPr>
              <a:t>に最適！</a:t>
            </a:r>
          </a:p>
        </p:txBody>
      </p:sp>
    </p:spTree>
    <p:extLst>
      <p:ext uri="{BB962C8B-B14F-4D97-AF65-F5344CB8AC3E}">
        <p14:creationId xmlns:p14="http://schemas.microsoft.com/office/powerpoint/2010/main" val="14682905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C038B2-D2AF-4DD4-9F93-7B538ED7C3CC}"/>
              </a:ext>
            </a:extLst>
          </p:cNvPr>
          <p:cNvSpPr>
            <a:spLocks noGrp="1"/>
          </p:cNvSpPr>
          <p:nvPr>
            <p:ph type="title"/>
          </p:nvPr>
        </p:nvSpPr>
        <p:spPr/>
        <p:txBody>
          <a:bodyPr/>
          <a:lstStyle/>
          <a:p>
            <a:r>
              <a:rPr kumimoji="1" lang="ja-JP" altLang="en-US" dirty="0"/>
              <a:t>インタビュー結果のまとめ</a:t>
            </a:r>
          </a:p>
        </p:txBody>
      </p:sp>
      <p:graphicFrame>
        <p:nvGraphicFramePr>
          <p:cNvPr id="4" name="表 3">
            <a:extLst>
              <a:ext uri="{FF2B5EF4-FFF2-40B4-BE49-F238E27FC236}">
                <a16:creationId xmlns:a16="http://schemas.microsoft.com/office/drawing/2014/main" id="{DA52A64A-399C-405B-A598-D866F1719029}"/>
              </a:ext>
            </a:extLst>
          </p:cNvPr>
          <p:cNvGraphicFramePr>
            <a:graphicFrameLocks/>
          </p:cNvGraphicFramePr>
          <p:nvPr>
            <p:extLst>
              <p:ext uri="{D42A27DB-BD31-4B8C-83A1-F6EECF244321}">
                <p14:modId xmlns:p14="http://schemas.microsoft.com/office/powerpoint/2010/main" val="3035886869"/>
              </p:ext>
            </p:extLst>
          </p:nvPr>
        </p:nvGraphicFramePr>
        <p:xfrm>
          <a:off x="575734" y="1701117"/>
          <a:ext cx="11006667" cy="3610029"/>
        </p:xfrm>
        <a:graphic>
          <a:graphicData uri="http://schemas.openxmlformats.org/drawingml/2006/table">
            <a:tbl>
              <a:tblPr>
                <a:tableStyleId>{5C22544A-7EE6-4342-B048-85BDC9FD1C3A}</a:tableStyleId>
              </a:tblPr>
              <a:tblGrid>
                <a:gridCol w="827376">
                  <a:extLst>
                    <a:ext uri="{9D8B030D-6E8A-4147-A177-3AD203B41FA5}">
                      <a16:colId xmlns:a16="http://schemas.microsoft.com/office/drawing/2014/main" val="3908792303"/>
                    </a:ext>
                  </a:extLst>
                </a:gridCol>
                <a:gridCol w="3393097">
                  <a:extLst>
                    <a:ext uri="{9D8B030D-6E8A-4147-A177-3AD203B41FA5}">
                      <a16:colId xmlns:a16="http://schemas.microsoft.com/office/drawing/2014/main" val="3051768498"/>
                    </a:ext>
                  </a:extLst>
                </a:gridCol>
                <a:gridCol w="3393097">
                  <a:extLst>
                    <a:ext uri="{9D8B030D-6E8A-4147-A177-3AD203B41FA5}">
                      <a16:colId xmlns:a16="http://schemas.microsoft.com/office/drawing/2014/main" val="2872274189"/>
                    </a:ext>
                  </a:extLst>
                </a:gridCol>
                <a:gridCol w="3393097">
                  <a:extLst>
                    <a:ext uri="{9D8B030D-6E8A-4147-A177-3AD203B41FA5}">
                      <a16:colId xmlns:a16="http://schemas.microsoft.com/office/drawing/2014/main" val="2938549187"/>
                    </a:ext>
                  </a:extLst>
                </a:gridCol>
              </a:tblGrid>
              <a:tr h="309128">
                <a:tc>
                  <a:txBody>
                    <a:bodyPr/>
                    <a:lstStyle/>
                    <a:p>
                      <a:endParaRPr kumimoji="1" lang="ja-JP" altLang="en-US" sz="1300">
                        <a:solidFill>
                          <a:schemeClr val="bg1"/>
                        </a:solidFill>
                        <a:ea typeface="SST Japanese Pro Regular" panose="020B0504030504020204"/>
                      </a:endParaRPr>
                    </a:p>
                  </a:txBody>
                  <a:tcPr marL="121920" marR="121920" marT="48000" marB="4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300">
                          <a:solidFill>
                            <a:schemeClr val="bg1"/>
                          </a:solidFill>
                          <a:ea typeface="SST Japanese Pro Regular" panose="020B0504030504020204"/>
                        </a:rPr>
                        <a:t>当初仮説（インタビュー前）</a:t>
                      </a:r>
                    </a:p>
                  </a:txBody>
                  <a:tcPr marL="121920" marR="121920" marT="48000" marB="4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AE19"/>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E19"/>
                    </a:solidFill>
                  </a:tcPr>
                </a:tc>
                <a:tc>
                  <a:txBody>
                    <a:bodyPr/>
                    <a:lstStyle/>
                    <a:p>
                      <a:r>
                        <a:rPr kumimoji="1" lang="ja-JP" altLang="en-US" sz="1300">
                          <a:solidFill>
                            <a:schemeClr val="bg1"/>
                          </a:solidFill>
                          <a:ea typeface="SST Japanese Pro Regular" panose="020B0504030504020204"/>
                        </a:rPr>
                        <a:t>修正仮説（インタビュー後）</a:t>
                      </a:r>
                    </a:p>
                  </a:txBody>
                  <a:tcPr marL="121920" marR="121920" marT="48000" marB="4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AE19"/>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E19"/>
                    </a:solidFill>
                  </a:tcPr>
                </a:tc>
                <a:tc>
                  <a:txBody>
                    <a:bodyPr/>
                    <a:lstStyle/>
                    <a:p>
                      <a:r>
                        <a:rPr kumimoji="1" lang="ja-JP" altLang="en-US" sz="1300">
                          <a:solidFill>
                            <a:schemeClr val="bg1"/>
                          </a:solidFill>
                          <a:ea typeface="SST Japanese Pro Regular" panose="020B0504030504020204"/>
                        </a:rPr>
                        <a:t>インサイトやその他の気づき</a:t>
                      </a:r>
                    </a:p>
                  </a:txBody>
                  <a:tcPr marL="121920" marR="121920" marT="48000" marB="4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AE19"/>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E19"/>
                    </a:solidFill>
                  </a:tcPr>
                </a:tc>
                <a:extLst>
                  <a:ext uri="{0D108BD9-81ED-4DB2-BD59-A6C34878D82A}">
                    <a16:rowId xmlns:a16="http://schemas.microsoft.com/office/drawing/2014/main" val="1630676741"/>
                  </a:ext>
                </a:extLst>
              </a:tr>
              <a:tr h="788727">
                <a:tc>
                  <a:txBody>
                    <a:bodyPr/>
                    <a:lstStyle/>
                    <a:p>
                      <a:pPr algn="l"/>
                      <a:r>
                        <a:rPr kumimoji="1" lang="ja-JP" altLang="en-US" sz="1300" b="0">
                          <a:solidFill>
                            <a:schemeClr val="bg1"/>
                          </a:solidFill>
                          <a:ea typeface="SST Japanese Pro Regular"/>
                        </a:rPr>
                        <a:t>顧客像</a:t>
                      </a:r>
                    </a:p>
                  </a:txBody>
                  <a:tcPr marL="121920" marR="121920" marT="48000" marB="4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E19"/>
                    </a:solidFill>
                  </a:tcPr>
                </a:tc>
                <a:tc>
                  <a:txBody>
                    <a:bodyPr/>
                    <a:lstStyle/>
                    <a:p>
                      <a:pPr marL="0" marR="0" lvl="0" indent="0" algn="l" defTabSz="914278" rtl="0" eaLnBrk="1" fontAlgn="auto" latinLnBrk="0" hangingPunct="1">
                        <a:lnSpc>
                          <a:spcPct val="100000"/>
                        </a:lnSpc>
                        <a:spcBef>
                          <a:spcPts val="0"/>
                        </a:spcBef>
                        <a:spcAft>
                          <a:spcPts val="0"/>
                        </a:spcAft>
                        <a:buClrTx/>
                        <a:buSzTx/>
                        <a:buFontTx/>
                        <a:buNone/>
                        <a:tabLst/>
                        <a:defRPr/>
                      </a:pPr>
                      <a:endParaRPr kumimoji="1" lang="ja-JP" altLang="en-US" sz="1300" kern="1200">
                        <a:solidFill>
                          <a:schemeClr val="dk1"/>
                        </a:solidFill>
                        <a:ea typeface="SST Japanese Pro Regular" pitchFamily="34" charset="-128"/>
                        <a:cs typeface="+mn-cs"/>
                      </a:endParaRPr>
                    </a:p>
                  </a:txBody>
                  <a:tcPr marL="121920" marR="121920" marT="60960" marB="60960" anchor="ctr">
                    <a:lnL w="12700" cap="flat" cmpd="sng" algn="ctr">
                      <a:solidFill>
                        <a:schemeClr val="bg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278" rtl="0" eaLnBrk="1" fontAlgn="auto" latinLnBrk="0" hangingPunct="1">
                        <a:lnSpc>
                          <a:spcPct val="100000"/>
                        </a:lnSpc>
                        <a:spcBef>
                          <a:spcPts val="0"/>
                        </a:spcBef>
                        <a:spcAft>
                          <a:spcPts val="0"/>
                        </a:spcAft>
                        <a:buClrTx/>
                        <a:buSzTx/>
                        <a:buFontTx/>
                        <a:buNone/>
                        <a:tabLst/>
                        <a:defRPr/>
                      </a:pPr>
                      <a:endParaRPr kumimoji="1" lang="ja-JP" altLang="en-US" sz="1300" kern="1200">
                        <a:solidFill>
                          <a:schemeClr val="dk1"/>
                        </a:solidFill>
                        <a:ea typeface="SST Japanese Pro Regular" pitchFamily="34" charset="-128"/>
                        <a:cs typeface="+mn-cs"/>
                      </a:endParaRPr>
                    </a:p>
                  </a:txBody>
                  <a:tcPr marL="121920" marR="121920" marT="60960" marB="6096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278" rtl="0" eaLnBrk="1" fontAlgn="auto" latinLnBrk="0" hangingPunct="1">
                        <a:lnSpc>
                          <a:spcPct val="100000"/>
                        </a:lnSpc>
                        <a:spcBef>
                          <a:spcPts val="0"/>
                        </a:spcBef>
                        <a:spcAft>
                          <a:spcPts val="0"/>
                        </a:spcAft>
                        <a:buClrTx/>
                        <a:buSzTx/>
                        <a:buFontTx/>
                        <a:buNone/>
                        <a:tabLst/>
                        <a:defRPr/>
                      </a:pPr>
                      <a:endParaRPr kumimoji="1" lang="ja-JP" altLang="en-US" sz="1300" kern="1200">
                        <a:solidFill>
                          <a:schemeClr val="dk1"/>
                        </a:solidFill>
                        <a:ea typeface="SST Japanese Pro Regular" pitchFamily="34" charset="-128"/>
                        <a:cs typeface="+mn-cs"/>
                      </a:endParaRPr>
                    </a:p>
                  </a:txBody>
                  <a:tcPr marL="121920" marR="121920" marT="60960" marB="6096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2685760"/>
                  </a:ext>
                </a:extLst>
              </a:tr>
              <a:tr h="934720">
                <a:tc>
                  <a:txBody>
                    <a:bodyPr/>
                    <a:lstStyle/>
                    <a:p>
                      <a:pPr algn="l"/>
                      <a:r>
                        <a:rPr kumimoji="1" lang="ja-JP" altLang="en-US" sz="1300" b="0">
                          <a:solidFill>
                            <a:schemeClr val="bg1"/>
                          </a:solidFill>
                          <a:ea typeface="SST Japanese Pro Regular"/>
                        </a:rPr>
                        <a:t>課題の切実さ</a:t>
                      </a:r>
                    </a:p>
                  </a:txBody>
                  <a:tcPr marL="121920" marR="121920" marT="48000" marB="4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E19"/>
                    </a:solidFill>
                  </a:tcPr>
                </a:tc>
                <a:tc>
                  <a:txBody>
                    <a:bodyPr/>
                    <a:lstStyle/>
                    <a:p>
                      <a:r>
                        <a:rPr kumimoji="1" lang="ja-JP" altLang="en-US" sz="1300" kern="1200" dirty="0">
                          <a:solidFill>
                            <a:schemeClr val="dk1"/>
                          </a:solidFill>
                          <a:ea typeface="SST Japanese Pro Regular" pitchFamily="34" charset="-128"/>
                          <a:cs typeface="+mn-cs"/>
                        </a:rPr>
                        <a:t>ジョブ：​</a:t>
                      </a:r>
                    </a:p>
                    <a:p>
                      <a:r>
                        <a:rPr kumimoji="1" lang="ja-JP" altLang="en-US" sz="1300" kern="1200" dirty="0">
                          <a:solidFill>
                            <a:schemeClr val="dk1"/>
                          </a:solidFill>
                          <a:ea typeface="SST Japanese Pro Regular" pitchFamily="34" charset="-128"/>
                          <a:cs typeface="+mn-cs"/>
                        </a:rPr>
                        <a:t>実現できない理由：​</a:t>
                      </a:r>
                    </a:p>
                    <a:p>
                      <a:r>
                        <a:rPr kumimoji="1" lang="ja-JP" altLang="en-US" sz="1300" kern="1200" dirty="0">
                          <a:solidFill>
                            <a:schemeClr val="dk1"/>
                          </a:solidFill>
                          <a:ea typeface="SST Japanese Pro Regular" pitchFamily="34" charset="-128"/>
                          <a:cs typeface="+mn-cs"/>
                        </a:rPr>
                        <a:t>現在の対策：​</a:t>
                      </a:r>
                    </a:p>
                    <a:p>
                      <a:r>
                        <a:rPr kumimoji="1" lang="ja-JP" altLang="en-US" sz="1300" kern="1200" dirty="0">
                          <a:solidFill>
                            <a:schemeClr val="dk1"/>
                          </a:solidFill>
                          <a:ea typeface="SST Japanese Pro Regular" pitchFamily="34" charset="-128"/>
                          <a:cs typeface="+mn-cs"/>
                        </a:rPr>
                        <a:t>現在の対策への不満：</a:t>
                      </a:r>
                    </a:p>
                  </a:txBody>
                  <a:tcPr marL="121920" marR="121920" marT="60960" marB="60960" anchor="ctr">
                    <a:lnL w="12700" cap="flat" cmpd="sng" algn="ctr">
                      <a:solidFill>
                        <a:schemeClr val="bg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300" kern="1200" dirty="0">
                          <a:solidFill>
                            <a:schemeClr val="dk1"/>
                          </a:solidFill>
                          <a:ea typeface="SST Japanese Pro Regular" pitchFamily="34" charset="-128"/>
                          <a:cs typeface="+mn-cs"/>
                        </a:rPr>
                        <a:t>ジョブ：​</a:t>
                      </a:r>
                    </a:p>
                    <a:p>
                      <a:r>
                        <a:rPr kumimoji="1" lang="ja-JP" altLang="en-US" sz="1300" kern="1200" dirty="0">
                          <a:solidFill>
                            <a:schemeClr val="dk1"/>
                          </a:solidFill>
                          <a:ea typeface="SST Japanese Pro Regular" pitchFamily="34" charset="-128"/>
                          <a:cs typeface="+mn-cs"/>
                        </a:rPr>
                        <a:t>実現できない理由：​</a:t>
                      </a:r>
                    </a:p>
                    <a:p>
                      <a:r>
                        <a:rPr kumimoji="1" lang="ja-JP" altLang="en-US" sz="1300" kern="1200" dirty="0">
                          <a:solidFill>
                            <a:schemeClr val="dk1"/>
                          </a:solidFill>
                          <a:ea typeface="SST Japanese Pro Regular" pitchFamily="34" charset="-128"/>
                          <a:cs typeface="+mn-cs"/>
                        </a:rPr>
                        <a:t>現在の対策：​</a:t>
                      </a:r>
                    </a:p>
                    <a:p>
                      <a:r>
                        <a:rPr kumimoji="1" lang="ja-JP" altLang="en-US" sz="1300" kern="1200" dirty="0">
                          <a:solidFill>
                            <a:schemeClr val="dk1"/>
                          </a:solidFill>
                          <a:ea typeface="SST Japanese Pro Regular" pitchFamily="34" charset="-128"/>
                          <a:cs typeface="+mn-cs"/>
                        </a:rPr>
                        <a:t>現在の対策への不満：</a:t>
                      </a:r>
                    </a:p>
                  </a:txBody>
                  <a:tcPr marL="121920" marR="121920" marT="60960" marB="6096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1300" kern="1200">
                        <a:solidFill>
                          <a:schemeClr val="dk1"/>
                        </a:solidFill>
                        <a:ea typeface="SST Japanese Pro Regular" pitchFamily="34" charset="-128"/>
                        <a:cs typeface="+mn-cs"/>
                      </a:endParaRPr>
                    </a:p>
                  </a:txBody>
                  <a:tcPr marL="121920" marR="121920" marT="60960" marB="6096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28371891"/>
                  </a:ext>
                </a:extLst>
              </a:tr>
              <a:tr h="788727">
                <a:tc>
                  <a:txBody>
                    <a:bodyPr/>
                    <a:lstStyle/>
                    <a:p>
                      <a:pPr algn="l"/>
                      <a:r>
                        <a:rPr kumimoji="1" lang="en-US" altLang="ja-JP" sz="1300" b="0">
                          <a:solidFill>
                            <a:schemeClr val="bg1"/>
                          </a:solidFill>
                          <a:ea typeface="SST Japanese Pro Regular"/>
                        </a:rPr>
                        <a:t>MVP</a:t>
                      </a:r>
                      <a:endParaRPr kumimoji="1" lang="ja-JP" altLang="en-US" sz="1300" b="0">
                        <a:solidFill>
                          <a:schemeClr val="bg1"/>
                        </a:solidFill>
                        <a:ea typeface="SST Japanese Pro Regular"/>
                      </a:endParaRPr>
                    </a:p>
                  </a:txBody>
                  <a:tcPr marL="121920" marR="121920" marT="48000" marB="4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E19"/>
                    </a:solidFill>
                  </a:tcPr>
                </a:tc>
                <a:tc>
                  <a:txBody>
                    <a:bodyPr/>
                    <a:lstStyle/>
                    <a:p>
                      <a:r>
                        <a:rPr kumimoji="1" lang="ja-JP" altLang="en-US" sz="1300" kern="1200">
                          <a:solidFill>
                            <a:schemeClr val="dk1"/>
                          </a:solidFill>
                          <a:ea typeface="SST Japanese Pro Regular" pitchFamily="34" charset="-128"/>
                          <a:cs typeface="+mn-cs"/>
                        </a:rPr>
                        <a:t>機能：</a:t>
                      </a:r>
                      <a:endParaRPr kumimoji="1" lang="en-US" altLang="ja-JP" sz="1300" kern="1200">
                        <a:solidFill>
                          <a:schemeClr val="dk1"/>
                        </a:solidFill>
                        <a:ea typeface="SST Japanese Pro Regular" pitchFamily="34" charset="-128"/>
                        <a:cs typeface="+mn-cs"/>
                      </a:endParaRPr>
                    </a:p>
                    <a:p>
                      <a:r>
                        <a:rPr kumimoji="1" lang="ja-JP" altLang="en-US" sz="1300" kern="1200">
                          <a:solidFill>
                            <a:schemeClr val="dk1"/>
                          </a:solidFill>
                          <a:ea typeface="SST Japanese Pro Regular" pitchFamily="34" charset="-128"/>
                          <a:cs typeface="+mn-cs"/>
                        </a:rPr>
                        <a:t>性能：</a:t>
                      </a:r>
                      <a:endParaRPr kumimoji="1" lang="en-US" altLang="ja-JP" sz="1300" kern="1200">
                        <a:solidFill>
                          <a:schemeClr val="dk1"/>
                        </a:solidFill>
                        <a:ea typeface="SST Japanese Pro Regular" pitchFamily="34" charset="-128"/>
                        <a:cs typeface="+mn-cs"/>
                      </a:endParaRPr>
                    </a:p>
                    <a:p>
                      <a:r>
                        <a:rPr kumimoji="1" lang="ja-JP" altLang="en-US" sz="1300" kern="1200">
                          <a:solidFill>
                            <a:schemeClr val="dk1"/>
                          </a:solidFill>
                          <a:ea typeface="SST Japanese Pro Regular" pitchFamily="34" charset="-128"/>
                          <a:cs typeface="+mn-cs"/>
                        </a:rPr>
                        <a:t>特徴：</a:t>
                      </a:r>
                    </a:p>
                  </a:txBody>
                  <a:tcPr marL="121920" marR="121920" marT="60960" marB="60960" anchor="ctr">
                    <a:lnL w="12700" cap="flat" cmpd="sng" algn="ctr">
                      <a:solidFill>
                        <a:schemeClr val="bg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300" kern="1200">
                          <a:solidFill>
                            <a:schemeClr val="dk1"/>
                          </a:solidFill>
                          <a:ea typeface="SST Japanese Pro Regular" pitchFamily="34" charset="-128"/>
                          <a:cs typeface="+mn-cs"/>
                        </a:rPr>
                        <a:t>機能：</a:t>
                      </a:r>
                      <a:endParaRPr kumimoji="1" lang="en-US" altLang="ja-JP" sz="1300" kern="1200">
                        <a:solidFill>
                          <a:schemeClr val="dk1"/>
                        </a:solidFill>
                        <a:ea typeface="SST Japanese Pro Regular" pitchFamily="34" charset="-128"/>
                        <a:cs typeface="+mn-cs"/>
                      </a:endParaRPr>
                    </a:p>
                    <a:p>
                      <a:r>
                        <a:rPr kumimoji="1" lang="ja-JP" altLang="en-US" sz="1300" kern="1200">
                          <a:solidFill>
                            <a:schemeClr val="dk1"/>
                          </a:solidFill>
                          <a:ea typeface="SST Japanese Pro Regular" pitchFamily="34" charset="-128"/>
                          <a:cs typeface="+mn-cs"/>
                        </a:rPr>
                        <a:t>性能：</a:t>
                      </a:r>
                      <a:endParaRPr kumimoji="1" lang="en-US" altLang="ja-JP" sz="1300" kern="1200">
                        <a:solidFill>
                          <a:schemeClr val="dk1"/>
                        </a:solidFill>
                        <a:ea typeface="SST Japanese Pro Regular" pitchFamily="34" charset="-128"/>
                        <a:cs typeface="+mn-cs"/>
                      </a:endParaRPr>
                    </a:p>
                    <a:p>
                      <a:r>
                        <a:rPr kumimoji="1" lang="ja-JP" altLang="en-US" sz="1300" kern="1200">
                          <a:solidFill>
                            <a:schemeClr val="dk1"/>
                          </a:solidFill>
                          <a:ea typeface="SST Japanese Pro Regular" pitchFamily="34" charset="-128"/>
                          <a:cs typeface="+mn-cs"/>
                        </a:rPr>
                        <a:t>特徴：</a:t>
                      </a:r>
                    </a:p>
                  </a:txBody>
                  <a:tcPr marL="121920" marR="121920" marT="60960" marB="6096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1300" kern="1200">
                        <a:solidFill>
                          <a:schemeClr val="dk1"/>
                        </a:solidFill>
                        <a:ea typeface="SST Japanese Pro Regular" pitchFamily="34" charset="-128"/>
                        <a:cs typeface="+mn-cs"/>
                      </a:endParaRPr>
                    </a:p>
                  </a:txBody>
                  <a:tcPr marL="121920" marR="121920" marT="60960" marB="6096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27933475"/>
                  </a:ext>
                </a:extLst>
              </a:tr>
              <a:tr h="788727">
                <a:tc>
                  <a:txBody>
                    <a:bodyPr/>
                    <a:lstStyle/>
                    <a:p>
                      <a:pPr algn="l"/>
                      <a:r>
                        <a:rPr kumimoji="1" lang="ja-JP" altLang="en-US" sz="1300" b="0">
                          <a:solidFill>
                            <a:schemeClr val="bg1"/>
                          </a:solidFill>
                          <a:ea typeface="SST Japanese Pro Regular"/>
                        </a:rPr>
                        <a:t>価格</a:t>
                      </a:r>
                    </a:p>
                  </a:txBody>
                  <a:tcPr marL="121920" marR="121920" marT="48000" marB="4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E19"/>
                    </a:solidFill>
                  </a:tcPr>
                </a:tc>
                <a:tc>
                  <a:txBody>
                    <a:bodyPr/>
                    <a:lstStyle/>
                    <a:p>
                      <a:r>
                        <a:rPr kumimoji="1" lang="ja-JP" altLang="en-US" sz="1300" kern="1200">
                          <a:solidFill>
                            <a:schemeClr val="dk1"/>
                          </a:solidFill>
                          <a:ea typeface="SST Japanese Pro Regular" pitchFamily="34" charset="-128"/>
                          <a:cs typeface="+mn-cs"/>
                        </a:rPr>
                        <a:t>課金方法：</a:t>
                      </a:r>
                      <a:endParaRPr kumimoji="1" lang="en-US" altLang="ja-JP" sz="1300" kern="1200">
                        <a:solidFill>
                          <a:schemeClr val="dk1"/>
                        </a:solidFill>
                        <a:ea typeface="SST Japanese Pro Regular" pitchFamily="34" charset="-128"/>
                        <a:cs typeface="+mn-cs"/>
                      </a:endParaRPr>
                    </a:p>
                    <a:p>
                      <a:endParaRPr kumimoji="1" lang="en-US" altLang="ja-JP" sz="1300" kern="1200">
                        <a:solidFill>
                          <a:schemeClr val="dk1"/>
                        </a:solidFill>
                        <a:ea typeface="SST Japanese Pro Regular" pitchFamily="34" charset="-128"/>
                        <a:cs typeface="+mn-cs"/>
                      </a:endParaRPr>
                    </a:p>
                    <a:p>
                      <a:r>
                        <a:rPr kumimoji="1" lang="ja-JP" altLang="en-US" sz="1300" kern="1200">
                          <a:solidFill>
                            <a:schemeClr val="dk1"/>
                          </a:solidFill>
                          <a:ea typeface="SST Japanese Pro Regular" pitchFamily="34" charset="-128"/>
                          <a:cs typeface="+mn-cs"/>
                        </a:rPr>
                        <a:t>価格：</a:t>
                      </a:r>
                    </a:p>
                  </a:txBody>
                  <a:tcPr marL="121920" marR="121920" marT="60960" marB="60960" anchor="ctr">
                    <a:lnL w="12700" cap="flat" cmpd="sng" algn="ctr">
                      <a:solidFill>
                        <a:schemeClr val="bg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300" kern="1200">
                          <a:solidFill>
                            <a:schemeClr val="dk1"/>
                          </a:solidFill>
                          <a:ea typeface="SST Japanese Pro Regular" pitchFamily="34" charset="-128"/>
                          <a:cs typeface="+mn-cs"/>
                        </a:rPr>
                        <a:t>課金方法：</a:t>
                      </a:r>
                      <a:endParaRPr kumimoji="1" lang="en-US" altLang="ja-JP" sz="1300" kern="1200">
                        <a:solidFill>
                          <a:schemeClr val="dk1"/>
                        </a:solidFill>
                        <a:ea typeface="SST Japanese Pro Regular" pitchFamily="34" charset="-128"/>
                        <a:cs typeface="+mn-cs"/>
                      </a:endParaRPr>
                    </a:p>
                    <a:p>
                      <a:endParaRPr kumimoji="1" lang="en-US" altLang="ja-JP" sz="1300" kern="1200">
                        <a:solidFill>
                          <a:schemeClr val="dk1"/>
                        </a:solidFill>
                        <a:ea typeface="SST Japanese Pro Regular" pitchFamily="34" charset="-128"/>
                        <a:cs typeface="+mn-cs"/>
                      </a:endParaRPr>
                    </a:p>
                    <a:p>
                      <a:r>
                        <a:rPr kumimoji="1" lang="ja-JP" altLang="en-US" sz="1300" kern="1200">
                          <a:solidFill>
                            <a:schemeClr val="dk1"/>
                          </a:solidFill>
                          <a:ea typeface="SST Japanese Pro Regular" pitchFamily="34" charset="-128"/>
                          <a:cs typeface="+mn-cs"/>
                        </a:rPr>
                        <a:t>価格：</a:t>
                      </a:r>
                    </a:p>
                  </a:txBody>
                  <a:tcPr marL="121920" marR="121920" marT="60960" marB="6096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1300" kern="1200" dirty="0">
                        <a:solidFill>
                          <a:schemeClr val="dk1"/>
                        </a:solidFill>
                        <a:ea typeface="SST Japanese Pro Regular" pitchFamily="34" charset="-128"/>
                        <a:cs typeface="+mn-cs"/>
                      </a:endParaRPr>
                    </a:p>
                  </a:txBody>
                  <a:tcPr marL="121920" marR="121920" marT="60960" marB="6096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5352431"/>
                  </a:ext>
                </a:extLst>
              </a:tr>
            </a:tbl>
          </a:graphicData>
        </a:graphic>
      </p:graphicFrame>
      <p:sp>
        <p:nvSpPr>
          <p:cNvPr id="9" name="テキスト ボックス 8">
            <a:extLst>
              <a:ext uri="{FF2B5EF4-FFF2-40B4-BE49-F238E27FC236}">
                <a16:creationId xmlns:a16="http://schemas.microsoft.com/office/drawing/2014/main" id="{8C2D7D14-3595-420D-AAB6-4FBFB79FBC68}"/>
              </a:ext>
            </a:extLst>
          </p:cNvPr>
          <p:cNvSpPr txBox="1"/>
          <p:nvPr/>
        </p:nvSpPr>
        <p:spPr>
          <a:xfrm>
            <a:off x="575733" y="5533643"/>
            <a:ext cx="11006667" cy="584775"/>
          </a:xfrm>
          <a:prstGeom prst="rect">
            <a:avLst/>
          </a:prstGeom>
          <a:noFill/>
        </p:spPr>
        <p:txBody>
          <a:bodyPr wrap="square">
            <a:spAutoFit/>
          </a:bodyPr>
          <a:lstStyle/>
          <a:p>
            <a:pPr defTabSz="1219170">
              <a:defRPr/>
            </a:pPr>
            <a:r>
              <a:rPr lang="ja-JP" altLang="en-US" sz="1600" b="1">
                <a:solidFill>
                  <a:schemeClr val="dk1"/>
                </a:solidFill>
                <a:ea typeface="SST Japanese Pro Regular" pitchFamily="34" charset="-128"/>
              </a:rPr>
              <a:t>結論：</a:t>
            </a:r>
            <a:r>
              <a:rPr lang="ja-JP" altLang="en-US" sz="1600" i="1">
                <a:solidFill>
                  <a:schemeClr val="dk1"/>
                </a:solidFill>
                <a:ea typeface="SST Japanese Pro Regular" pitchFamily="34" charset="-128"/>
              </a:rPr>
              <a:t>検証継続</a:t>
            </a:r>
            <a:r>
              <a:rPr lang="ja-JP" altLang="en-US" sz="1600">
                <a:solidFill>
                  <a:schemeClr val="dk1"/>
                </a:solidFill>
                <a:ea typeface="SST Japanese Pro Regular" pitchFamily="34" charset="-128"/>
              </a:rPr>
              <a:t> </a:t>
            </a:r>
            <a:r>
              <a:rPr lang="en-US" altLang="ja-JP" sz="1600">
                <a:solidFill>
                  <a:schemeClr val="dk1"/>
                </a:solidFill>
                <a:ea typeface="SST Japanese Pro Regular" pitchFamily="34" charset="-128"/>
              </a:rPr>
              <a:t>or</a:t>
            </a:r>
            <a:r>
              <a:rPr lang="ja-JP" altLang="en-US" sz="1600" i="1">
                <a:solidFill>
                  <a:schemeClr val="dk1"/>
                </a:solidFill>
                <a:ea typeface="SST Japanese Pro Regular" pitchFamily="34" charset="-128"/>
              </a:rPr>
              <a:t>ピボット</a:t>
            </a:r>
            <a:r>
              <a:rPr lang="ja-JP" altLang="en-US" sz="1600">
                <a:solidFill>
                  <a:schemeClr val="dk1"/>
                </a:solidFill>
                <a:ea typeface="SST Japanese Pro Regular" pitchFamily="34" charset="-128"/>
              </a:rPr>
              <a:t> </a:t>
            </a:r>
            <a:r>
              <a:rPr lang="en-US" altLang="ja-JP" sz="1600">
                <a:solidFill>
                  <a:schemeClr val="dk1"/>
                </a:solidFill>
                <a:ea typeface="SST Japanese Pro Regular" pitchFamily="34" charset="-128"/>
              </a:rPr>
              <a:t>or </a:t>
            </a:r>
            <a:r>
              <a:rPr lang="ja-JP" altLang="en-US" sz="1600" i="1">
                <a:solidFill>
                  <a:schemeClr val="dk1"/>
                </a:solidFill>
                <a:ea typeface="SST Japanese Pro Regular" pitchFamily="34" charset="-128"/>
              </a:rPr>
              <a:t>検証完了</a:t>
            </a:r>
            <a:endParaRPr lang="en-US" altLang="ja-JP" sz="1600" i="1">
              <a:solidFill>
                <a:schemeClr val="dk1"/>
              </a:solidFill>
              <a:ea typeface="SST Japanese Pro Regular" pitchFamily="34" charset="-128"/>
            </a:endParaRPr>
          </a:p>
          <a:p>
            <a:pPr defTabSz="1219170">
              <a:defRPr/>
            </a:pPr>
            <a:r>
              <a:rPr lang="ja-JP" altLang="en-US" sz="1600" b="1">
                <a:solidFill>
                  <a:schemeClr val="dk1"/>
                </a:solidFill>
                <a:ea typeface="SST Japanese Pro Regular" pitchFamily="34" charset="-128"/>
              </a:rPr>
              <a:t>上記の判断理由</a:t>
            </a:r>
            <a:r>
              <a:rPr lang="ja-JP" altLang="en-US" sz="1600">
                <a:solidFill>
                  <a:schemeClr val="dk1"/>
                </a:solidFill>
                <a:ea typeface="SST Japanese Pro Regular" pitchFamily="34" charset="-128"/>
              </a:rPr>
              <a:t>：</a:t>
            </a:r>
            <a:r>
              <a:rPr lang="en-US" altLang="ja-JP" sz="1600">
                <a:solidFill>
                  <a:schemeClr val="dk1"/>
                </a:solidFill>
                <a:ea typeface="SST Japanese Pro Regular" pitchFamily="34" charset="-128"/>
              </a:rPr>
              <a:t>XXX</a:t>
            </a:r>
            <a:endParaRPr lang="ja-JP" altLang="en-US" sz="1600">
              <a:solidFill>
                <a:schemeClr val="dk1"/>
              </a:solidFill>
              <a:ea typeface="SST Japanese Pro Regular" pitchFamily="34" charset="-128"/>
            </a:endParaRPr>
          </a:p>
        </p:txBody>
      </p:sp>
      <p:sp>
        <p:nvSpPr>
          <p:cNvPr id="3" name="テキスト ボックス 2">
            <a:extLst>
              <a:ext uri="{FF2B5EF4-FFF2-40B4-BE49-F238E27FC236}">
                <a16:creationId xmlns:a16="http://schemas.microsoft.com/office/drawing/2014/main" id="{4085CBC1-EDA1-9FE1-8B03-6707583599A4}"/>
              </a:ext>
            </a:extLst>
          </p:cNvPr>
          <p:cNvSpPr txBox="1"/>
          <p:nvPr/>
        </p:nvSpPr>
        <p:spPr>
          <a:xfrm>
            <a:off x="575732" y="1028956"/>
            <a:ext cx="11006667" cy="584775"/>
          </a:xfrm>
          <a:prstGeom prst="rect">
            <a:avLst/>
          </a:prstGeom>
          <a:noFill/>
        </p:spPr>
        <p:txBody>
          <a:bodyPr wrap="square">
            <a:spAutoFit/>
          </a:bodyPr>
          <a:lstStyle/>
          <a:p>
            <a:pPr defTabSz="1219170">
              <a:defRPr/>
            </a:pPr>
            <a:r>
              <a:rPr lang="ja-JP" altLang="en-US" sz="1600" b="1" dirty="0">
                <a:solidFill>
                  <a:schemeClr val="dk1"/>
                </a:solidFill>
                <a:ea typeface="SST Japanese Pro Regular" pitchFamily="34" charset="-128"/>
              </a:rPr>
              <a:t>インタビュー実施人数：　〇人</a:t>
            </a:r>
            <a:endParaRPr lang="en-US" altLang="ja-JP" sz="1600" b="1" dirty="0">
              <a:solidFill>
                <a:schemeClr val="dk1"/>
              </a:solidFill>
              <a:ea typeface="SST Japanese Pro Regular" pitchFamily="34" charset="-128"/>
            </a:endParaRPr>
          </a:p>
          <a:p>
            <a:pPr defTabSz="1219170">
              <a:defRPr/>
            </a:pPr>
            <a:r>
              <a:rPr lang="ja-JP" altLang="en-US" sz="1600" b="1" dirty="0">
                <a:solidFill>
                  <a:schemeClr val="dk1"/>
                </a:solidFill>
                <a:ea typeface="SST Japanese Pro Regular" pitchFamily="34" charset="-128"/>
              </a:rPr>
              <a:t>内アーリーアダプター：　〇人</a:t>
            </a:r>
            <a:endParaRPr lang="ja-JP" altLang="en-US" sz="1600" dirty="0">
              <a:solidFill>
                <a:schemeClr val="dk1"/>
              </a:solidFill>
              <a:ea typeface="SST Japanese Pro Regular" pitchFamily="34" charset="-128"/>
            </a:endParaRPr>
          </a:p>
        </p:txBody>
      </p:sp>
    </p:spTree>
    <p:extLst>
      <p:ext uri="{BB962C8B-B14F-4D97-AF65-F5344CB8AC3E}">
        <p14:creationId xmlns:p14="http://schemas.microsoft.com/office/powerpoint/2010/main" val="1231526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ADCA2B-09FA-4128-967D-B37C542F228A}"/>
              </a:ext>
            </a:extLst>
          </p:cNvPr>
          <p:cNvSpPr>
            <a:spLocks noGrp="1"/>
          </p:cNvSpPr>
          <p:nvPr>
            <p:ph type="title"/>
          </p:nvPr>
        </p:nvSpPr>
        <p:spPr/>
        <p:txBody>
          <a:bodyPr/>
          <a:lstStyle/>
          <a:p>
            <a:r>
              <a:rPr kumimoji="1" lang="ja-JP" altLang="en-US"/>
              <a:t>アーリーアダプターの特徴一覧</a:t>
            </a:r>
          </a:p>
        </p:txBody>
      </p:sp>
      <p:graphicFrame>
        <p:nvGraphicFramePr>
          <p:cNvPr id="6" name="表 5">
            <a:extLst>
              <a:ext uri="{FF2B5EF4-FFF2-40B4-BE49-F238E27FC236}">
                <a16:creationId xmlns:a16="http://schemas.microsoft.com/office/drawing/2014/main" id="{7FF05BE3-96C1-4F91-BA66-2C3057C5484A}"/>
              </a:ext>
            </a:extLst>
          </p:cNvPr>
          <p:cNvGraphicFramePr>
            <a:graphicFrameLocks/>
          </p:cNvGraphicFramePr>
          <p:nvPr/>
        </p:nvGraphicFramePr>
        <p:xfrm>
          <a:off x="575734" y="1604434"/>
          <a:ext cx="11040533" cy="3984309"/>
        </p:xfrm>
        <a:graphic>
          <a:graphicData uri="http://schemas.openxmlformats.org/drawingml/2006/table">
            <a:tbl>
              <a:tblPr>
                <a:tableStyleId>{5C22544A-7EE6-4342-B048-85BDC9FD1C3A}</a:tableStyleId>
              </a:tblPr>
              <a:tblGrid>
                <a:gridCol w="1199787">
                  <a:extLst>
                    <a:ext uri="{9D8B030D-6E8A-4147-A177-3AD203B41FA5}">
                      <a16:colId xmlns:a16="http://schemas.microsoft.com/office/drawing/2014/main" val="3908792303"/>
                    </a:ext>
                  </a:extLst>
                </a:gridCol>
                <a:gridCol w="4920373">
                  <a:extLst>
                    <a:ext uri="{9D8B030D-6E8A-4147-A177-3AD203B41FA5}">
                      <a16:colId xmlns:a16="http://schemas.microsoft.com/office/drawing/2014/main" val="3051768498"/>
                    </a:ext>
                  </a:extLst>
                </a:gridCol>
                <a:gridCol w="4920373">
                  <a:extLst>
                    <a:ext uri="{9D8B030D-6E8A-4147-A177-3AD203B41FA5}">
                      <a16:colId xmlns:a16="http://schemas.microsoft.com/office/drawing/2014/main" val="700788219"/>
                    </a:ext>
                  </a:extLst>
                </a:gridCol>
              </a:tblGrid>
              <a:tr h="355557">
                <a:tc>
                  <a:txBody>
                    <a:bodyPr/>
                    <a:lstStyle/>
                    <a:p>
                      <a:endParaRPr kumimoji="1" lang="ja-JP" altLang="en-US" sz="1300">
                        <a:solidFill>
                          <a:schemeClr val="bg1"/>
                        </a:solidFill>
                        <a:ea typeface="SST Japanese Pro Regular" panose="020B0504030504020204"/>
                      </a:endParaRPr>
                    </a:p>
                  </a:txBody>
                  <a:tcPr marL="121920" marR="121920" marT="48000" marB="4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300">
                          <a:solidFill>
                            <a:schemeClr val="bg1"/>
                          </a:solidFill>
                          <a:ea typeface="SST Japanese Pro Regular" panose="020B0504030504020204"/>
                        </a:rPr>
                        <a:t>アーリーアダプター判定者</a:t>
                      </a:r>
                    </a:p>
                  </a:txBody>
                  <a:tcPr marL="121920" marR="121920" marT="48000" marB="4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AE19"/>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E19"/>
                    </a:solidFill>
                  </a:tcPr>
                </a:tc>
                <a:tc>
                  <a:txBody>
                    <a:bodyPr/>
                    <a:lstStyle/>
                    <a:p>
                      <a:r>
                        <a:rPr kumimoji="1" lang="ja-JP" altLang="en-US" sz="1300">
                          <a:solidFill>
                            <a:schemeClr val="bg1"/>
                          </a:solidFill>
                          <a:ea typeface="SST Japanese Pro Regular" panose="020B0504030504020204"/>
                        </a:rPr>
                        <a:t>非アーリーアダプター判定者</a:t>
                      </a:r>
                    </a:p>
                  </a:txBody>
                  <a:tcPr marL="121920" marR="121920" marT="48000" marB="4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630676741"/>
                  </a:ext>
                </a:extLst>
              </a:tr>
              <a:tr h="3628752">
                <a:tc>
                  <a:txBody>
                    <a:bodyPr/>
                    <a:lstStyle/>
                    <a:p>
                      <a:pPr algn="l"/>
                      <a:r>
                        <a:rPr kumimoji="1" lang="ja-JP" altLang="en-US" sz="1300" b="0">
                          <a:solidFill>
                            <a:schemeClr val="bg1"/>
                          </a:solidFill>
                          <a:ea typeface="SST Japanese Pro Regular"/>
                        </a:rPr>
                        <a:t>特徴</a:t>
                      </a:r>
                    </a:p>
                  </a:txBody>
                  <a:tcPr marL="121920" marR="121920" marT="48000" marB="4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E19"/>
                    </a:solidFill>
                  </a:tcPr>
                </a:tc>
                <a:tc>
                  <a:txBody>
                    <a:bodyPr/>
                    <a:lstStyle/>
                    <a:p>
                      <a:pPr marL="171450" marR="0" lvl="0" indent="-171450" algn="l" defTabSz="914278"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1" lang="en-US" altLang="ja-JP" sz="1300" kern="1200">
                          <a:solidFill>
                            <a:schemeClr val="dk1"/>
                          </a:solidFill>
                          <a:ea typeface="SST Japanese Pro Regular" pitchFamily="34" charset="-128"/>
                          <a:cs typeface="+mn-cs"/>
                        </a:rPr>
                        <a:t>XXX</a:t>
                      </a:r>
                    </a:p>
                    <a:p>
                      <a:pPr marL="171450" marR="0" lvl="0" indent="-171450" algn="l" defTabSz="914278"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1" lang="en-US" altLang="ja-JP" sz="1300" kern="1200">
                          <a:solidFill>
                            <a:schemeClr val="dk1"/>
                          </a:solidFill>
                          <a:ea typeface="SST Japanese Pro Regular" pitchFamily="34" charset="-128"/>
                          <a:cs typeface="+mn-cs"/>
                        </a:rPr>
                        <a:t>XXX</a:t>
                      </a:r>
                    </a:p>
                    <a:p>
                      <a:pPr marL="171450" marR="0" lvl="0" indent="-171450" algn="l" defTabSz="914278"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1" lang="en-US" altLang="ja-JP" sz="1300" kern="1200">
                          <a:solidFill>
                            <a:schemeClr val="dk1"/>
                          </a:solidFill>
                          <a:ea typeface="SST Japanese Pro Regular" pitchFamily="34" charset="-128"/>
                          <a:cs typeface="+mn-cs"/>
                        </a:rPr>
                        <a:t>XXX</a:t>
                      </a:r>
                    </a:p>
                    <a:p>
                      <a:pPr marL="171450" marR="0" lvl="0" indent="-171450" algn="l" defTabSz="914278" rtl="0" eaLnBrk="1" fontAlgn="auto" latinLnBrk="0" hangingPunct="1">
                        <a:lnSpc>
                          <a:spcPct val="100000"/>
                        </a:lnSpc>
                        <a:spcBef>
                          <a:spcPts val="0"/>
                        </a:spcBef>
                        <a:spcAft>
                          <a:spcPts val="0"/>
                        </a:spcAft>
                        <a:buClrTx/>
                        <a:buSzTx/>
                        <a:buFont typeface="Wingdings" panose="05000000000000000000" pitchFamily="2" charset="2"/>
                        <a:buChar char="n"/>
                        <a:tabLst/>
                        <a:defRPr/>
                      </a:pPr>
                      <a:endParaRPr kumimoji="1" lang="en-US" altLang="ja-JP" sz="1300" kern="1200">
                        <a:solidFill>
                          <a:schemeClr val="dk1"/>
                        </a:solidFill>
                        <a:ea typeface="SST Japanese Pro Regular" pitchFamily="34" charset="-128"/>
                        <a:cs typeface="+mn-cs"/>
                      </a:endParaRPr>
                    </a:p>
                    <a:p>
                      <a:pPr marL="0" marR="0" lvl="0" indent="0" algn="l" defTabSz="914278" rtl="0" eaLnBrk="1" fontAlgn="auto" latinLnBrk="0" hangingPunct="1">
                        <a:lnSpc>
                          <a:spcPct val="100000"/>
                        </a:lnSpc>
                        <a:spcBef>
                          <a:spcPts val="0"/>
                        </a:spcBef>
                        <a:spcAft>
                          <a:spcPts val="0"/>
                        </a:spcAft>
                        <a:buClrTx/>
                        <a:buSzTx/>
                        <a:buFont typeface="Wingdings" panose="05000000000000000000" pitchFamily="2" charset="2"/>
                        <a:buNone/>
                        <a:tabLst/>
                        <a:defRPr/>
                      </a:pPr>
                      <a:r>
                        <a:rPr lang="ja-JP" altLang="en-US" sz="1300" i="1">
                          <a:solidFill>
                            <a:schemeClr val="dk1"/>
                          </a:solidFill>
                          <a:ea typeface="SST Japanese Pro Regular" panose="020B0504030504020204"/>
                        </a:rPr>
                        <a:t>アーリーアダプターの付帯状況や価値観などにおける共通項を抽出して記載</a:t>
                      </a:r>
                    </a:p>
                    <a:p>
                      <a:pPr marL="171450" marR="0" lvl="0" indent="-171450" algn="l" defTabSz="914278" rtl="0" eaLnBrk="1" fontAlgn="auto" latinLnBrk="0" hangingPunct="1">
                        <a:lnSpc>
                          <a:spcPct val="100000"/>
                        </a:lnSpc>
                        <a:spcBef>
                          <a:spcPts val="0"/>
                        </a:spcBef>
                        <a:spcAft>
                          <a:spcPts val="0"/>
                        </a:spcAft>
                        <a:buClrTx/>
                        <a:buSzTx/>
                        <a:buFont typeface="Wingdings" panose="05000000000000000000" pitchFamily="2" charset="2"/>
                        <a:buChar char="n"/>
                        <a:tabLst/>
                        <a:defRPr/>
                      </a:pPr>
                      <a:endParaRPr kumimoji="1" lang="ja-JP" altLang="en-US" sz="1300" kern="1200">
                        <a:solidFill>
                          <a:schemeClr val="dk1"/>
                        </a:solidFill>
                        <a:ea typeface="SST Japanese Pro Regular" pitchFamily="34" charset="-128"/>
                        <a:cs typeface="+mn-cs"/>
                      </a:endParaRPr>
                    </a:p>
                  </a:txBody>
                  <a:tcPr marL="121920" marR="121920" marT="60960" marB="60960" anchor="ctr">
                    <a:lnL w="12700" cap="flat" cmpd="sng" algn="ctr">
                      <a:solidFill>
                        <a:schemeClr val="bg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278"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1" lang="en-US" altLang="ja-JP" sz="1300" kern="1200">
                          <a:solidFill>
                            <a:schemeClr val="dk1"/>
                          </a:solidFill>
                          <a:ea typeface="SST Japanese Pro Regular" pitchFamily="34" charset="-128"/>
                          <a:cs typeface="+mn-cs"/>
                        </a:rPr>
                        <a:t>XXX</a:t>
                      </a:r>
                    </a:p>
                    <a:p>
                      <a:pPr marL="171450" marR="0" lvl="0" indent="-171450" algn="l" defTabSz="914278"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1" lang="en-US" altLang="ja-JP" sz="1300" kern="1200">
                          <a:solidFill>
                            <a:schemeClr val="dk1"/>
                          </a:solidFill>
                          <a:ea typeface="SST Japanese Pro Regular" pitchFamily="34" charset="-128"/>
                          <a:cs typeface="+mn-cs"/>
                        </a:rPr>
                        <a:t>XXX</a:t>
                      </a:r>
                    </a:p>
                    <a:p>
                      <a:pPr marL="171450" marR="0" lvl="0" indent="-171450" algn="l" defTabSz="914278"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1" lang="en-US" altLang="ja-JP" sz="1300" kern="1200">
                          <a:solidFill>
                            <a:schemeClr val="dk1"/>
                          </a:solidFill>
                          <a:ea typeface="SST Japanese Pro Regular" pitchFamily="34" charset="-128"/>
                          <a:cs typeface="+mn-cs"/>
                        </a:rPr>
                        <a:t>XXX</a:t>
                      </a:r>
                    </a:p>
                    <a:p>
                      <a:pPr marL="171450" marR="0" lvl="0" indent="-171450" algn="l" defTabSz="914278" rtl="0" eaLnBrk="1" fontAlgn="auto" latinLnBrk="0" hangingPunct="1">
                        <a:lnSpc>
                          <a:spcPct val="100000"/>
                        </a:lnSpc>
                        <a:spcBef>
                          <a:spcPts val="0"/>
                        </a:spcBef>
                        <a:spcAft>
                          <a:spcPts val="0"/>
                        </a:spcAft>
                        <a:buClrTx/>
                        <a:buSzTx/>
                        <a:buFont typeface="Wingdings" panose="05000000000000000000" pitchFamily="2" charset="2"/>
                        <a:buChar char="n"/>
                        <a:tabLst/>
                        <a:defRPr/>
                      </a:pPr>
                      <a:endParaRPr kumimoji="1" lang="en-US" altLang="ja-JP" sz="1300" kern="1200">
                        <a:solidFill>
                          <a:schemeClr val="dk1"/>
                        </a:solidFill>
                        <a:ea typeface="SST Japanese Pro Regular" pitchFamily="34" charset="-128"/>
                        <a:cs typeface="+mn-cs"/>
                      </a:endParaRPr>
                    </a:p>
                    <a:p>
                      <a:pPr marL="0" marR="0" lvl="0" indent="0" algn="l" defTabSz="914278" rtl="0" eaLnBrk="1" fontAlgn="auto" latinLnBrk="0" hangingPunct="1">
                        <a:lnSpc>
                          <a:spcPct val="100000"/>
                        </a:lnSpc>
                        <a:spcBef>
                          <a:spcPts val="0"/>
                        </a:spcBef>
                        <a:spcAft>
                          <a:spcPts val="0"/>
                        </a:spcAft>
                        <a:buClrTx/>
                        <a:buSzTx/>
                        <a:buFont typeface="Wingdings" panose="05000000000000000000" pitchFamily="2" charset="2"/>
                        <a:buNone/>
                        <a:tabLst/>
                        <a:defRPr/>
                      </a:pPr>
                      <a:r>
                        <a:rPr lang="ja-JP" altLang="en-US" sz="1300" i="1">
                          <a:solidFill>
                            <a:schemeClr val="dk1"/>
                          </a:solidFill>
                          <a:ea typeface="SST Japanese Pro Regular" panose="020B0504030504020204"/>
                        </a:rPr>
                        <a:t>非アーリーアダプターの付帯状況や価値観などにおける共通項を抽出して記載</a:t>
                      </a:r>
                    </a:p>
                  </a:txBody>
                  <a:tcPr marL="121920" marR="121920" marT="60960" marB="6096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2685760"/>
                  </a:ext>
                </a:extLst>
              </a:tr>
            </a:tbl>
          </a:graphicData>
        </a:graphic>
      </p:graphicFrame>
    </p:spTree>
    <p:extLst>
      <p:ext uri="{BB962C8B-B14F-4D97-AF65-F5344CB8AC3E}">
        <p14:creationId xmlns:p14="http://schemas.microsoft.com/office/powerpoint/2010/main" val="3298415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570937-F264-AF93-4086-300130086A7E}"/>
              </a:ext>
            </a:extLst>
          </p:cNvPr>
          <p:cNvSpPr>
            <a:spLocks noGrp="1"/>
          </p:cNvSpPr>
          <p:nvPr>
            <p:ph type="title"/>
          </p:nvPr>
        </p:nvSpPr>
        <p:spPr/>
        <p:txBody>
          <a:bodyPr/>
          <a:lstStyle/>
          <a:p>
            <a:r>
              <a:rPr kumimoji="1" lang="ja-JP" altLang="en-US" dirty="0"/>
              <a:t>アーリーアダプター紹介</a:t>
            </a:r>
          </a:p>
        </p:txBody>
      </p:sp>
      <p:sp>
        <p:nvSpPr>
          <p:cNvPr id="6" name="テキスト ボックス 5">
            <a:extLst>
              <a:ext uri="{FF2B5EF4-FFF2-40B4-BE49-F238E27FC236}">
                <a16:creationId xmlns:a16="http://schemas.microsoft.com/office/drawing/2014/main" id="{7E184EC3-C919-79F5-538A-62AB36E8BB8C}"/>
              </a:ext>
            </a:extLst>
          </p:cNvPr>
          <p:cNvSpPr txBox="1"/>
          <p:nvPr/>
        </p:nvSpPr>
        <p:spPr>
          <a:xfrm>
            <a:off x="3934726" y="3198167"/>
            <a:ext cx="3570208" cy="461665"/>
          </a:xfrm>
          <a:prstGeom prst="rect">
            <a:avLst/>
          </a:prstGeom>
          <a:solidFill>
            <a:srgbClr val="00AE19"/>
          </a:solidFill>
        </p:spPr>
        <p:txBody>
          <a:bodyPr wrap="none" rtlCol="0">
            <a:spAutoFit/>
          </a:bodyPr>
          <a:lstStyle/>
          <a:p>
            <a:r>
              <a:rPr lang="ja-JP" altLang="en-US" sz="2400" b="1" dirty="0">
                <a:solidFill>
                  <a:schemeClr val="bg1"/>
                </a:solidFill>
                <a:latin typeface="SST Japanese Pro Regular" pitchFamily="34" charset="-128"/>
                <a:ea typeface="SST Japanese Pro Regular" pitchFamily="34" charset="-128"/>
              </a:rPr>
              <a:t>フォーマットは自由です</a:t>
            </a:r>
            <a:endParaRPr kumimoji="1" lang="ja-JP" altLang="en-US" sz="2400" b="1" dirty="0">
              <a:solidFill>
                <a:schemeClr val="bg1"/>
              </a:solidFill>
              <a:latin typeface="SST Japanese Pro Regular" pitchFamily="34" charset="-128"/>
              <a:ea typeface="SST Japanese Pro Regular" pitchFamily="34" charset="-128"/>
            </a:endParaRPr>
          </a:p>
        </p:txBody>
      </p:sp>
    </p:spTree>
    <p:extLst>
      <p:ext uri="{BB962C8B-B14F-4D97-AF65-F5344CB8AC3E}">
        <p14:creationId xmlns:p14="http://schemas.microsoft.com/office/powerpoint/2010/main" val="309307203"/>
      </p:ext>
    </p:extLst>
  </p:cSld>
  <p:clrMapOvr>
    <a:masterClrMapping/>
  </p:clrMapOvr>
</p:sld>
</file>

<file path=ppt/theme/theme1.xml><?xml version="1.0" encoding="utf-8"?>
<a:theme xmlns:a="http://schemas.openxmlformats.org/drawingml/2006/main" name="11_make.believe Slide Master">
  <a:themeElements>
    <a:clrScheme name="9_make.believe Slide Master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ユーザー定義 2">
      <a:majorFont>
        <a:latin typeface="Calibri"/>
        <a:ea typeface="ＭＳ Ｐゴシック"/>
        <a:cs typeface=""/>
      </a:majorFont>
      <a:minorFont>
        <a:latin typeface="Calibri"/>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kumimoji="1" dirty="0">
            <a:latin typeface="SST Japanese Pro Regular" pitchFamily="34" charset="-128"/>
            <a:ea typeface="SST Japanese Pro Regular" pitchFamily="34" charset="-128"/>
          </a:defRPr>
        </a:defPPr>
      </a:lstStyle>
    </a:txDef>
  </a:objectDefaults>
  <a:extraClrSchemeLst>
    <a:extraClrScheme>
      <a:clrScheme name="9_make.believe Slide Master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4_make.believe Slide Master">
  <a:themeElements>
    <a:clrScheme name="9_make.believe Slide Master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FB2ACBE2609BE84D9D3DA360ECFBFEA7" ma:contentTypeVersion="15" ma:contentTypeDescription="新しいドキュメントを作成します。" ma:contentTypeScope="" ma:versionID="38d27235c91c029624488c11118c2a66">
  <xsd:schema xmlns:xsd="http://www.w3.org/2001/XMLSchema" xmlns:xs="http://www.w3.org/2001/XMLSchema" xmlns:p="http://schemas.microsoft.com/office/2006/metadata/properties" xmlns:ns3="8dfe77b0-c290-4a23-9047-c89c46071d09" xmlns:ns4="1c1acb13-5018-45b9-b4e3-77591130aa23" targetNamespace="http://schemas.microsoft.com/office/2006/metadata/properties" ma:root="true" ma:fieldsID="85732d7b41116131dbd714d4d318e4ae" ns3:_="" ns4:_="">
    <xsd:import namespace="8dfe77b0-c290-4a23-9047-c89c46071d09"/>
    <xsd:import namespace="1c1acb13-5018-45b9-b4e3-77591130aa23"/>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LengthInSeconds" minOccurs="0"/>
                <xsd:element ref="ns3:MediaServiceAutoTags" minOccurs="0"/>
                <xsd:element ref="ns3:MediaServiceOCR" minOccurs="0"/>
                <xsd:element ref="ns3:MediaServiceGenerationTime" minOccurs="0"/>
                <xsd:element ref="ns3:MediaServiceEventHashCode"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dfe77b0-c290-4a23-9047-c89c46071d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_activity" ma:index="19" nillable="true" ma:displayName="_activity" ma:hidden="true" ma:internalName="_activity">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c1acb13-5018-45b9-b4e3-77591130aa23" elementFormDefault="qualified">
    <xsd:import namespace="http://schemas.microsoft.com/office/2006/documentManagement/types"/>
    <xsd:import namespace="http://schemas.microsoft.com/office/infopath/2007/PartnerControls"/>
    <xsd:element name="SharedWithUsers" ma:index="10"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共有相手の詳細情報" ma:internalName="SharedWithDetails" ma:readOnly="true">
      <xsd:simpleType>
        <xsd:restriction base="dms:Note">
          <xsd:maxLength value="255"/>
        </xsd:restriction>
      </xsd:simpleType>
    </xsd:element>
    <xsd:element name="SharingHintHash" ma:index="12" nillable="true" ma:displayName="共有のヒントのハッシュ"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8dfe77b0-c290-4a23-9047-c89c46071d09" xsi:nil="true"/>
  </documentManagement>
</p:properties>
</file>

<file path=customXml/itemProps1.xml><?xml version="1.0" encoding="utf-8"?>
<ds:datastoreItem xmlns:ds="http://schemas.openxmlformats.org/officeDocument/2006/customXml" ds:itemID="{980F2AE1-EE24-457B-80D3-211971ACFDF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dfe77b0-c290-4a23-9047-c89c46071d09"/>
    <ds:schemaRef ds:uri="1c1acb13-5018-45b9-b4e3-77591130aa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1B5EFD5-339C-487B-8FFE-43CC52C0001D}">
  <ds:schemaRefs>
    <ds:schemaRef ds:uri="http://schemas.microsoft.com/sharepoint/v3/contenttype/forms"/>
  </ds:schemaRefs>
</ds:datastoreItem>
</file>

<file path=customXml/itemProps3.xml><?xml version="1.0" encoding="utf-8"?>
<ds:datastoreItem xmlns:ds="http://schemas.openxmlformats.org/officeDocument/2006/customXml" ds:itemID="{629CCD98-C0B0-45E7-AFDE-3FCF1259523B}">
  <ds:schemaRefs>
    <ds:schemaRef ds:uri="http://purl.org/dc/terms/"/>
    <ds:schemaRef ds:uri="1c1acb13-5018-45b9-b4e3-77591130aa23"/>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schemas.openxmlformats.org/package/2006/metadata/core-properties"/>
    <ds:schemaRef ds:uri="8dfe77b0-c290-4a23-9047-c89c46071d09"/>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1347</TotalTime>
  <Words>1946</Words>
  <Application>Microsoft Office PowerPoint</Application>
  <PresentationFormat>ワイド画面</PresentationFormat>
  <Paragraphs>170</Paragraphs>
  <Slides>10</Slides>
  <Notes>4</Notes>
  <HiddenSlides>0</HiddenSlides>
  <MMClips>0</MMClips>
  <ScaleCrop>false</ScaleCrop>
  <HeadingPairs>
    <vt:vector size="6" baseType="variant">
      <vt:variant>
        <vt:lpstr>使用されているフォント</vt:lpstr>
      </vt:variant>
      <vt:variant>
        <vt:i4>10</vt:i4>
      </vt:variant>
      <vt:variant>
        <vt:lpstr>テーマ</vt:lpstr>
      </vt:variant>
      <vt:variant>
        <vt:i4>2</vt:i4>
      </vt:variant>
      <vt:variant>
        <vt:lpstr>スライド タイトル</vt:lpstr>
      </vt:variant>
      <vt:variant>
        <vt:i4>10</vt:i4>
      </vt:variant>
    </vt:vector>
  </HeadingPairs>
  <TitlesOfParts>
    <vt:vector size="22" baseType="lpstr">
      <vt:lpstr>SST</vt:lpstr>
      <vt:lpstr>SST Japanese Pro  Bold</vt:lpstr>
      <vt:lpstr>SST Japanese Pro Regular</vt:lpstr>
      <vt:lpstr>SSTJpPro Bold</vt:lpstr>
      <vt:lpstr>Arial</vt:lpstr>
      <vt:lpstr>BIZ UDPゴシック</vt:lpstr>
      <vt:lpstr>Calibri</vt:lpstr>
      <vt:lpstr>Meiryo UI</vt:lpstr>
      <vt:lpstr>Tahoma</vt:lpstr>
      <vt:lpstr>Wingdings</vt:lpstr>
      <vt:lpstr>11_make.believe Slide Master</vt:lpstr>
      <vt:lpstr>14_make.believe Slide Master</vt:lpstr>
      <vt:lpstr>Day2  ワークシート</vt:lpstr>
      <vt:lpstr>PowerPoint プレゼンテーション</vt:lpstr>
      <vt:lpstr>PowerPoint プレゼンテーション</vt:lpstr>
      <vt:lpstr>PowerPoint プレゼンテーション</vt:lpstr>
      <vt:lpstr>PowerPoint プレゼンテーション</vt:lpstr>
      <vt:lpstr>商品説明資料</vt:lpstr>
      <vt:lpstr>商品説明</vt:lpstr>
      <vt:lpstr>インタビュー結果のまとめ</vt:lpstr>
      <vt:lpstr>アーリーアダプターの特徴一覧</vt:lpstr>
      <vt:lpstr>アーリーアダプター紹介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Nakamura, Ryota</dc:creator>
  <cp:lastModifiedBy>堂本 大輝</cp:lastModifiedBy>
  <cp:revision>188</cp:revision>
  <cp:lastPrinted>2018-06-13T00:43:01Z</cp:lastPrinted>
  <dcterms:created xsi:type="dcterms:W3CDTF">2014-04-26T10:28:42Z</dcterms:created>
  <dcterms:modified xsi:type="dcterms:W3CDTF">2025-12-11T12:32:20Z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0x010100FB2ACBE2609BE84D9D3DA360ECFBFEA7</vt:lpwstr>
  </property>
  <property fmtid="{D5CDD505-2E9C-101B-9397-08002B2CF9AE}" pid="3" name="MSIP_Label_9754d1b7-26b4-4e55-b8aa-f5ba625f3742_Enabled">
    <vt:lpwstr>true</vt:lpwstr>
  </property>
  <property fmtid="{D5CDD505-2E9C-101B-9397-08002B2CF9AE}" pid="4" name="MSIP_Label_9754d1b7-26b4-4e55-b8aa-f5ba625f3742_SetDate">
    <vt:lpwstr>2023-03-21T04:06:24Z</vt:lpwstr>
  </property>
  <property fmtid="{D5CDD505-2E9C-101B-9397-08002B2CF9AE}" pid="5" name="MSIP_Label_9754d1b7-26b4-4e55-b8aa-f5ba625f3742_Method">
    <vt:lpwstr>Privileged</vt:lpwstr>
  </property>
  <property fmtid="{D5CDD505-2E9C-101B-9397-08002B2CF9AE}" pid="6" name="MSIP_Label_9754d1b7-26b4-4e55-b8aa-f5ba625f3742_Name">
    <vt:lpwstr>9754d1b7-26b4-4e55-b8aa-f5ba625f3742</vt:lpwstr>
  </property>
  <property fmtid="{D5CDD505-2E9C-101B-9397-08002B2CF9AE}" pid="7" name="MSIP_Label_9754d1b7-26b4-4e55-b8aa-f5ba625f3742_SiteId">
    <vt:lpwstr>66c65d8a-9158-4521-a2d8-664963db48e4</vt:lpwstr>
  </property>
  <property fmtid="{D5CDD505-2E9C-101B-9397-08002B2CF9AE}" pid="8" name="MSIP_Label_9754d1b7-26b4-4e55-b8aa-f5ba625f3742_ActionId">
    <vt:lpwstr>03785a16-739e-45b2-b366-e4ec913208c7</vt:lpwstr>
  </property>
  <property fmtid="{D5CDD505-2E9C-101B-9397-08002B2CF9AE}" pid="9" name="MSIP_Label_9754d1b7-26b4-4e55-b8aa-f5ba625f3742_ContentBits">
    <vt:lpwstr>0</vt:lpwstr>
  </property>
  <property fmtid="{D5CDD505-2E9C-101B-9397-08002B2CF9AE}" pid="10" name="MediaServiceImageTags">
    <vt:lpwstr/>
  </property>
</Properties>
</file>